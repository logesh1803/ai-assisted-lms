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5.xml.rels" ContentType="application/vnd.openxmlformats-package.relationships+xml"/>
  <Override PartName="/ppt/slideMasters/_rels/slideMaster2.xml.rels" ContentType="application/vnd.openxmlformats-package.relationships+xml"/>
  <Override PartName="/ppt/slideMasters/_rels/slideMaster4.xml.rels" ContentType="application/vnd.openxmlformats-package.relationships+xml"/>
  <Override PartName="/ppt/slideMasters/_rels/slideMaster1.xml.rels" ContentType="application/vnd.openxmlformats-package.relationships+xml"/>
  <Override PartName="/ppt/slideMasters/_rels/slideMaster10.xml.rels" ContentType="application/vnd.openxmlformats-package.relationships+xml"/>
  <Override PartName="/ppt/slideMasters/_rels/slideMaster3.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10.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10.xml" ContentType="application/vnd.openxmlformats-officedocument.theme+xml"/>
  <Override PartName="/ppt/theme/theme5.xml" ContentType="application/vnd.openxmlformats-officedocument.theme+xml"/>
  <Override PartName="/ppt/theme/theme11.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notesSlides/_rels/notesSlide9.xml.rels" ContentType="application/vnd.openxmlformats-package.relationships+xml"/>
  <Override PartName="/ppt/notesSlides/_rels/notesSlide6.xml.rels" ContentType="application/vnd.openxmlformats-package.relationships+xml"/>
  <Override PartName="/ppt/notesSlides/_rels/notesSlide8.xml.rels" ContentType="application/vnd.openxmlformats-package.relationships+xml"/>
  <Override PartName="/ppt/notesSlides/_rels/notesSlide2.xml.rels" ContentType="application/vnd.openxmlformats-package.relationships+xml"/>
  <Override PartName="/ppt/notesSlides/_rels/notesSlide7.xml.rels" ContentType="application/vnd.openxmlformats-package.relationships+xml"/>
  <Override PartName="/ppt/notesSlides/_rels/notesSlide1.xml.rels" ContentType="application/vnd.openxmlformats-package.relationships+xml"/>
  <Override PartName="/ppt/notesSlides/_rels/notesSlide5.xml.rels" ContentType="application/vnd.openxmlformats-package.relationships+xml"/>
  <Override PartName="/ppt/notesSlides/_rels/notesSlide10.xml.rels" ContentType="application/vnd.openxmlformats-package.relationships+xml"/>
  <Override PartName="/ppt/notesSlides/_rels/notesSlide3.xml.rels" ContentType="application/vnd.openxmlformats-package.relationships+xml"/>
  <Override PartName="/ppt/notesSlides/_rels/notesSlide4.xml.rels" ContentType="application/vnd.openxmlformats-package.relationshi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1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_rels/presentation.xml.rels" ContentType="application/vnd.openxmlformats-package.relationships+xml"/>
  <Override PartName="/ppt/slideLayouts/_rels/slideLayout1.xml.rels" ContentType="application/vnd.openxmlformats-package.relationships+xml"/>
  <Override PartName="/ppt/slideLayouts/_rels/slideLayout17.xml.rels" ContentType="application/vnd.openxmlformats-package.relationships+xml"/>
  <Override PartName="/ppt/slideLayouts/_rels/slideLayout21.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20.xml.rels" ContentType="application/vnd.openxmlformats-package.relationships+xml"/>
  <Override PartName="/ppt/slideLayouts/_rels/slideLayout28.xml.rels" ContentType="application/vnd.openxmlformats-package.relationships+xml"/>
  <Override PartName="/ppt/slideLayouts/_rels/slideLayout14.xml.rels" ContentType="application/vnd.openxmlformats-package.relationships+xml"/>
  <Override PartName="/ppt/slideLayouts/_rels/slideLayout89.xml.rels" ContentType="application/vnd.openxmlformats-package.relationships+xml"/>
  <Override PartName="/ppt/slideLayouts/_rels/slideLayout29.xml.rels" ContentType="application/vnd.openxmlformats-package.relationships+xml"/>
  <Override PartName="/ppt/slideLayouts/_rels/slideLayout33.xml.rels" ContentType="application/vnd.openxmlformats-package.relationships+xml"/>
  <Override PartName="/ppt/slideLayouts/_rels/slideLayout62.xml.rels" ContentType="application/vnd.openxmlformats-package.relationships+xml"/>
  <Override PartName="/ppt/slideLayouts/_rels/slideLayout68.xml.rels" ContentType="application/vnd.openxmlformats-package.relationships+xml"/>
  <Override PartName="/ppt/slideLayouts/_rels/slideLayout72.xml.rels" ContentType="application/vnd.openxmlformats-package.relationships+xml"/>
  <Override PartName="/ppt/slideLayouts/_rels/slideLayout63.xml.rels" ContentType="application/vnd.openxmlformats-package.relationships+xml"/>
  <Override PartName="/ppt/slideLayouts/_rels/slideLayout69.xml.rels" ContentType="application/vnd.openxmlformats-package.relationships+xml"/>
  <Override PartName="/ppt/slideLayouts/_rels/slideLayout73.xml.rels" ContentType="application/vnd.openxmlformats-package.relationships+xml"/>
  <Override PartName="/ppt/slideLayouts/_rels/slideLayout82.xml.rels" ContentType="application/vnd.openxmlformats-package.relationships+xml"/>
  <Override PartName="/ppt/slideLayouts/_rels/slideLayout112.xml.rels" ContentType="application/vnd.openxmlformats-package.relationships+xml"/>
  <Override PartName="/ppt/slideLayouts/_rels/slideLayout108.xml.rels" ContentType="application/vnd.openxmlformats-package.relationships+xml"/>
  <Override PartName="/ppt/slideLayouts/_rels/slideLayout60.xml.rels" ContentType="application/vnd.openxmlformats-package.relationships+xml"/>
  <Override PartName="/ppt/slideLayouts/_rels/slideLayout56.xml.rels" ContentType="application/vnd.openxmlformats-package.relationships+xml"/>
  <Override PartName="/ppt/slideLayouts/_rels/slideLayout66.xml.rels" ContentType="application/vnd.openxmlformats-package.relationships+xml"/>
  <Override PartName="/ppt/slideLayouts/_rels/slideLayout70.xml.rels" ContentType="application/vnd.openxmlformats-package.relationships+xml"/>
  <Override PartName="/ppt/slideLayouts/_rels/slideLayout118.xml.rels" ContentType="application/vnd.openxmlformats-package.relationships+xml"/>
  <Override PartName="/ppt/slideLayouts/_rels/slideLayout75.xml.rels" ContentType="application/vnd.openxmlformats-package.relationships+xml"/>
  <Override PartName="/ppt/slideLayouts/_rels/slideLayout61.xml.rels" ContentType="application/vnd.openxmlformats-package.relationships+xml"/>
  <Override PartName="/ppt/slideLayouts/_rels/slideLayout57.xml.rels" ContentType="application/vnd.openxmlformats-package.relationships+xml"/>
  <Override PartName="/ppt/slideLayouts/_rels/slideLayout67.xml.rels" ContentType="application/vnd.openxmlformats-package.relationships+xml"/>
  <Override PartName="/ppt/slideLayouts/_rels/slideLayout71.xml.rels" ContentType="application/vnd.openxmlformats-package.relationships+xml"/>
  <Override PartName="/ppt/slideLayouts/_rels/slideLayout76.xml.rels" ContentType="application/vnd.openxmlformats-package.relationships+xml"/>
  <Override PartName="/ppt/slideLayouts/_rels/slideLayout105.xml.rels" ContentType="application/vnd.openxmlformats-package.relationships+xml"/>
  <Override PartName="/ppt/slideLayouts/_rels/slideLayout53.xml.rels" ContentType="application/vnd.openxmlformats-package.relationships+xml"/>
  <Override PartName="/ppt/slideLayouts/_rels/slideLayout81.xml.rels" ContentType="application/vnd.openxmlformats-package.relationships+xml"/>
  <Override PartName="/ppt/slideLayouts/_rels/slideLayout107.xml.rels" ContentType="application/vnd.openxmlformats-package.relationships+xml"/>
  <Override PartName="/ppt/slideLayouts/_rels/slideLayout65.xml.rels" ContentType="application/vnd.openxmlformats-package.relationships+xml"/>
  <Override PartName="/ppt/slideLayouts/_rels/slideLayout117.xml.rels" ContentType="application/vnd.openxmlformats-package.relationships+xml"/>
  <Override PartName="/ppt/slideLayouts/_rels/slideLayout74.xml.rels" ContentType="application/vnd.openxmlformats-package.relationships+xml"/>
  <Override PartName="/ppt/slideLayouts/_rels/slideLayout109.xml.rels" ContentType="application/vnd.openxmlformats-package.relationships+xml"/>
  <Override PartName="/ppt/slideLayouts/_rels/slideLayout113.xml.rels" ContentType="application/vnd.openxmlformats-package.relationships+xml"/>
  <Override PartName="/ppt/slideLayouts/_rels/slideLayout110.xml.rels" ContentType="application/vnd.openxmlformats-package.relationships+xml"/>
  <Override PartName="/ppt/slideLayouts/_rels/slideLayout103.xml.rels" ContentType="application/vnd.openxmlformats-package.relationships+xml"/>
  <Override PartName="/ppt/slideLayouts/_rels/slideLayout94.xml.rels" ContentType="application/vnd.openxmlformats-package.relationships+xml"/>
  <Override PartName="/ppt/slideLayouts/_rels/slideLayout78.xml.rels" ContentType="application/vnd.openxmlformats-package.relationships+xml"/>
  <Override PartName="/ppt/slideLayouts/_rels/slideLayout87.xml.rels" ContentType="application/vnd.openxmlformats-package.relationships+xml"/>
  <Override PartName="/ppt/slideLayouts/_rels/slideLayout104.xml.rels" ContentType="application/vnd.openxmlformats-package.relationships+xml"/>
  <Override PartName="/ppt/slideLayouts/_rels/slideLayout52.xml.rels" ContentType="application/vnd.openxmlformats-package.relationships+xml"/>
  <Override PartName="/ppt/slideLayouts/_rels/slideLayout111.xml.rels" ContentType="application/vnd.openxmlformats-package.relationships+xml"/>
  <Override PartName="/ppt/slideLayouts/_rels/slideLayout6.xml.rels" ContentType="application/vnd.openxmlformats-package.relationships+xml"/>
  <Override PartName="/ppt/slideLayouts/_rels/slideLayout80.xml.rels" ContentType="application/vnd.openxmlformats-package.relationships+xml"/>
  <Override PartName="/ppt/slideLayouts/_rels/slideLayout106.xml.rels" ContentType="application/vnd.openxmlformats-package.relationships+xml"/>
  <Override PartName="/ppt/slideLayouts/_rels/slideLayout64.xml.rels" ContentType="application/vnd.openxmlformats-package.relationships+xml"/>
  <Override PartName="/ppt/slideLayouts/_rels/slideLayout116.xml.rels" ContentType="application/vnd.openxmlformats-package.relationships+xml"/>
  <Override PartName="/ppt/slideLayouts/_rels/slideLayout88.xml.rels" ContentType="application/vnd.openxmlformats-package.relationships+xml"/>
  <Override PartName="/ppt/slideLayouts/_rels/slideLayout95.xml.rels" ContentType="application/vnd.openxmlformats-package.relationships+xml"/>
  <Override PartName="/ppt/slideLayouts/_rels/slideLayout79.xml.rels" ContentType="application/vnd.openxmlformats-package.relationships+xml"/>
  <Override PartName="/ppt/slideLayouts/_rels/slideLayout83.xml.rels" ContentType="application/vnd.openxmlformats-package.relationships+xml"/>
  <Override PartName="/ppt/slideLayouts/_rels/slideLayout30.xml.rels" ContentType="application/vnd.openxmlformats-package.relationships+xml"/>
  <Override PartName="/ppt/slideLayouts/_rels/slideLayout96.xml.rels" ContentType="application/vnd.openxmlformats-package.relationships+xml"/>
  <Override PartName="/ppt/slideLayouts/_rels/slideLayout43.xml.rels" ContentType="application/vnd.openxmlformats-package.relationships+xml"/>
  <Override PartName="/ppt/slideLayouts/_rels/slideLayout114.xml.rels" ContentType="application/vnd.openxmlformats-package.relationships+xml"/>
  <Override PartName="/ppt/slideLayouts/_rels/slideLayout27.xml.rels" ContentType="application/vnd.openxmlformats-package.relationships+xml"/>
  <Override PartName="/ppt/slideLayouts/_rels/slideLayout36.xml.rels" ContentType="application/vnd.openxmlformats-package.relationships+xml"/>
  <Override PartName="/ppt/slideLayouts/_rels/slideLayout115.xml.rels" ContentType="application/vnd.openxmlformats-package.relationships+xml"/>
  <Override PartName="/ppt/slideLayouts/_rels/slideLayout100.xml.rels" ContentType="application/vnd.openxmlformats-package.relationships+xml"/>
  <Override PartName="/ppt/slideLayouts/_rels/slideLayout9.xml.rels" ContentType="application/vnd.openxmlformats-package.relationships+xml"/>
  <Override PartName="/ppt/slideLayouts/_rels/slideLayout3.xml.rels" ContentType="application/vnd.openxmlformats-package.relationships+xml"/>
  <Override PartName="/ppt/slideLayouts/_rels/slideLayout47.xml.rels" ContentType="application/vnd.openxmlformats-package.relationships+xml"/>
  <Override PartName="/ppt/slideLayouts/_rels/slideLayout54.xml.rels" ContentType="application/vnd.openxmlformats-package.relationships+xml"/>
  <Override PartName="/ppt/slideLayouts/_rels/slideLayout11.xml.rels" ContentType="application/vnd.openxmlformats-package.relationships+xml"/>
  <Override PartName="/ppt/slideLayouts/_rels/slideLayout26.xml.rels" ContentType="application/vnd.openxmlformats-package.relationships+xml"/>
  <Override PartName="/ppt/slideLayouts/_rels/slideLayout48.xml.rels" ContentType="application/vnd.openxmlformats-package.relationships+xml"/>
  <Override PartName="/ppt/slideLayouts/_rels/slideLayout39.xml.rels" ContentType="application/vnd.openxmlformats-package.relationships+xml"/>
  <Override PartName="/ppt/slideLayouts/_rels/slideLayout55.xml.rels" ContentType="application/vnd.openxmlformats-package.relationships+xml"/>
  <Override PartName="/ppt/slideLayouts/_rels/slideLayout40.xml.rels" ContentType="application/vnd.openxmlformats-package.relationships+xml"/>
  <Override PartName="/ppt/slideLayouts/_rels/slideLayout12.xml.rels" ContentType="application/vnd.openxmlformats-package.relationships+xml"/>
  <Override PartName="/ppt/slideLayouts/_rels/slideLayout13.xml.rels" ContentType="application/vnd.openxmlformats-package.relationships+xml"/>
  <Override PartName="/ppt/slideLayouts/_rels/slideLayout49.xml.rels" ContentType="application/vnd.openxmlformats-package.relationships+xml"/>
  <Override PartName="/ppt/slideLayouts/_rels/slideLayout34.xml.rels" ContentType="application/vnd.openxmlformats-package.relationships+xml"/>
  <Override PartName="/ppt/slideLayouts/_rels/slideLayout41.xml.rels" ContentType="application/vnd.openxmlformats-package.relationships+xml"/>
  <Override PartName="/ppt/slideLayouts/_rels/slideLayout42.xml.rels" ContentType="application/vnd.openxmlformats-package.relationships+xml"/>
  <Override PartName="/ppt/slideLayouts/_rels/slideLayout35.xml.rels" ContentType="application/vnd.openxmlformats-package.relationships+xml"/>
  <Override PartName="/ppt/slideLayouts/_rels/slideLayout51.xml.rels" ContentType="application/vnd.openxmlformats-package.relationships+xml"/>
  <Override PartName="/ppt/slideLayouts/_rels/slideLayout46.xml.rels" ContentType="application/vnd.openxmlformats-package.relationships+xml"/>
  <Override PartName="/ppt/slideLayouts/_rels/slideLayout92.xml.rels" ContentType="application/vnd.openxmlformats-package.relationships+xml"/>
  <Override PartName="/ppt/slideLayouts/_rels/slideLayout38.xml.rels" ContentType="application/vnd.openxmlformats-package.relationships+xml"/>
  <Override PartName="/ppt/slideLayouts/_rels/slideLayout19.xml.rels" ContentType="application/vnd.openxmlformats-package.relationships+xml"/>
  <Override PartName="/ppt/slideLayouts/_rels/slideLayout23.xml.rels" ContentType="application/vnd.openxmlformats-package.relationships+xml"/>
  <Override PartName="/ppt/slideLayouts/_rels/slideLayout8.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37.xml.rels" ContentType="application/vnd.openxmlformats-package.relationships+xml"/>
  <Override PartName="/ppt/slideLayouts/_rels/slideLayout18.xml.rels" ContentType="application/vnd.openxmlformats-package.relationships+xml"/>
  <Override PartName="/ppt/slideLayouts/_rels/slideLayout22.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91.xml.rels" ContentType="application/vnd.openxmlformats-package.relationships+xml"/>
  <Override PartName="/ppt/slideLayouts/_rels/slideLayout50.xml.rels" ContentType="application/vnd.openxmlformats-package.relationships+xml"/>
  <Override PartName="/ppt/slideLayouts/_rels/slideLayout99.xml.rels" ContentType="application/vnd.openxmlformats-package.relationships+xml"/>
  <Override PartName="/ppt/slideLayouts/_rels/slideLayout25.xml.rels" ContentType="application/vnd.openxmlformats-package.relationships+xml"/>
  <Override PartName="/ppt/slideLayouts/_rels/slideLayout85.xml.rels" ContentType="application/vnd.openxmlformats-package.relationships+xml"/>
  <Override PartName="/ppt/slideLayouts/_rels/slideLayout32.xml.rels" ContentType="application/vnd.openxmlformats-package.relationships+xml"/>
  <Override PartName="/ppt/slideLayouts/_rels/slideLayout90.xml.rels" ContentType="application/vnd.openxmlformats-package.relationships+xml"/>
  <Override PartName="/ppt/slideLayouts/_rels/slideLayout45.xml.rels" ContentType="application/vnd.openxmlformats-package.relationships+xml"/>
  <Override PartName="/ppt/slideLayouts/_rels/slideLayout98.xml.rels" ContentType="application/vnd.openxmlformats-package.relationships+xml"/>
  <Override PartName="/ppt/slideLayouts/_rels/slideLayout24.xml.rels" ContentType="application/vnd.openxmlformats-package.relationships+xml"/>
  <Override PartName="/ppt/slideLayouts/_rels/slideLayout84.xml.rels" ContentType="application/vnd.openxmlformats-package.relationships+xml"/>
  <Override PartName="/ppt/slideLayouts/_rels/slideLayout31.xml.rels" ContentType="application/vnd.openxmlformats-package.relationships+xml"/>
  <Override PartName="/ppt/slideLayouts/_rels/slideLayout10.xml.rels" ContentType="application/vnd.openxmlformats-package.relationships+xml"/>
  <Override PartName="/ppt/slideLayouts/_rels/slideLayout59.xml.rels" ContentType="application/vnd.openxmlformats-package.relationships+xml"/>
  <Override PartName="/ppt/slideLayouts/_rels/slideLayout58.xml.rels" ContentType="application/vnd.openxmlformats-package.relationships+xml"/>
  <Override PartName="/ppt/slideLayouts/_rels/slideLayout101.xml.rels" ContentType="application/vnd.openxmlformats-package.relationships+xml"/>
  <Override PartName="/ppt/slideLayouts/_rels/slideLayout86.xml.rels" ContentType="application/vnd.openxmlformats-package.relationships+xml"/>
  <Override PartName="/ppt/slideLayouts/_rels/slideLayout77.xml.rels" ContentType="application/vnd.openxmlformats-package.relationships+xml"/>
  <Override PartName="/ppt/slideLayouts/_rels/slideLayout102.xml.rels" ContentType="application/vnd.openxmlformats-package.relationships+xml"/>
  <Override PartName="/ppt/slideLayouts/_rels/slideLayout120.xml.rels" ContentType="application/vnd.openxmlformats-package.relationships+xml"/>
  <Override PartName="/ppt/slideLayouts/_rels/slideLayout93.xml.rels" ContentType="application/vnd.openxmlformats-package.relationships+xml"/>
  <Override PartName="/ppt/slideLayouts/_rels/slideLayout119.xml.rels" ContentType="application/vnd.openxmlformats-package.relationships+xml"/>
  <Override PartName="/ppt/slideLayouts/_rels/slideLayout44.xml.rels" ContentType="application/vnd.openxmlformats-package.relationships+xml"/>
  <Override PartName="/ppt/slideLayouts/_rels/slideLayout97.xml.rels" ContentType="application/vnd.openxmlformats-package.relationships+xml"/>
  <Override PartName="/ppt/slideLayouts/slideLayout56.xml" ContentType="application/vnd.openxmlformats-officedocument.presentationml.slideLayout+xml"/>
  <Override PartName="/ppt/slideLayouts/slideLayout55.xml" ContentType="application/vnd.openxmlformats-officedocument.presentationml.slideLayout+xml"/>
  <Override PartName="/ppt/slideLayouts/slideLayout54.xml" ContentType="application/vnd.openxmlformats-officedocument.presentationml.slideLayout+xml"/>
  <Override PartName="/ppt/slideLayouts/slideLayout53.xml" ContentType="application/vnd.openxmlformats-officedocument.presentationml.slideLayout+xml"/>
  <Override PartName="/ppt/slideLayouts/slideLayout52.xml" ContentType="application/vnd.openxmlformats-officedocument.presentationml.slideLayout+xml"/>
  <Override PartName="/ppt/slideLayouts/slideLayout51.xml" ContentType="application/vnd.openxmlformats-officedocument.presentationml.slideLayout+xml"/>
  <Override PartName="/ppt/slideLayouts/slideLayout50.xml" ContentType="application/vnd.openxmlformats-officedocument.presentationml.slideLayout+xml"/>
  <Override PartName="/ppt/slideLayouts/slideLayout46.xml" ContentType="application/vnd.openxmlformats-officedocument.presentationml.slideLayout+xml"/>
  <Override PartName="/ppt/slideLayouts/slideLayout8.xml" ContentType="application/vnd.openxmlformats-officedocument.presentationml.slideLayout+xml"/>
  <Override PartName="/ppt/slideLayouts/slideLayout45.xml" ContentType="application/vnd.openxmlformats-officedocument.presentationml.slideLayout+xml"/>
  <Override PartName="/ppt/slideLayouts/slideLayout7.xml" ContentType="application/vnd.openxmlformats-officedocument.presentationml.slideLayout+xml"/>
  <Override PartName="/ppt/slideLayouts/slideLayout44.xml" ContentType="application/vnd.openxmlformats-officedocument.presentationml.slideLayout+xml"/>
  <Override PartName="/ppt/slideLayouts/slideLayout6.xml" ContentType="application/vnd.openxmlformats-officedocument.presentationml.slideLayout+xml"/>
  <Override PartName="/ppt/slideLayouts/slideLayout43.xml" ContentType="application/vnd.openxmlformats-officedocument.presentationml.slideLayout+xml"/>
  <Override PartName="/ppt/slideLayouts/slideLayout5.xml" ContentType="application/vnd.openxmlformats-officedocument.presentationml.slideLayout+xml"/>
  <Override PartName="/ppt/slideLayouts/slideLayout42.xml" ContentType="application/vnd.openxmlformats-officedocument.presentationml.slideLayout+xml"/>
  <Override PartName="/ppt/slideLayouts/slideLayout4.xml" ContentType="application/vnd.openxmlformats-officedocument.presentationml.slideLayout+xml"/>
  <Override PartName="/ppt/slideLayouts/slideLayout41.xml" ContentType="application/vnd.openxmlformats-officedocument.presentationml.slideLayout+xml"/>
  <Override PartName="/ppt/slideLayouts/slideLayout3.xml" ContentType="application/vnd.openxmlformats-officedocument.presentationml.slideLayout+xml"/>
  <Override PartName="/ppt/slideLayouts/slideLayout40.xml" ContentType="application/vnd.openxmlformats-officedocument.presentationml.slideLayout+xml"/>
  <Override PartName="/ppt/slideLayouts/slideLayout2.xml" ContentType="application/vnd.openxmlformats-officedocument.presentationml.slideLayout+xml"/>
  <Override PartName="/ppt/slideLayouts/slideLayout39.xml" ContentType="application/vnd.openxmlformats-officedocument.presentationml.slideLayout+xml"/>
  <Override PartName="/ppt/slideLayouts/slideLayout38.xml" ContentType="application/vnd.openxmlformats-officedocument.presentationml.slideLayout+xml"/>
  <Override PartName="/ppt/slideLayouts/slideLayout37.xml" ContentType="application/vnd.openxmlformats-officedocument.presentationml.slideLayout+xml"/>
  <Override PartName="/ppt/slideLayouts/slideLayout36.xml" ContentType="application/vnd.openxmlformats-officedocument.presentationml.slideLayout+xml"/>
  <Override PartName="/ppt/slideLayouts/slideLayout35.xml" ContentType="application/vnd.openxmlformats-officedocument.presentationml.slideLayout+xml"/>
  <Override PartName="/ppt/slideLayouts/slideLayout34.xml" ContentType="application/vnd.openxmlformats-officedocument.presentationml.slideLayout+xml"/>
  <Override PartName="/ppt/slideLayouts/slideLayout33.xml" ContentType="application/vnd.openxmlformats-officedocument.presentationml.slideLayout+xml"/>
  <Override PartName="/ppt/slideLayouts/slideLayout32.xml" ContentType="application/vnd.openxmlformats-officedocument.presentationml.slideLayout+xml"/>
  <Override PartName="/ppt/slideLayouts/slideLayout31.xml" ContentType="application/vnd.openxmlformats-officedocument.presentationml.slideLayout+xml"/>
  <Override PartName="/ppt/slideLayouts/slideLayout30.xml" ContentType="application/vnd.openxmlformats-officedocument.presentationml.slideLayout+xml"/>
  <Override PartName="/ppt/slideLayouts/slideLayout13.xml" ContentType="application/vnd.openxmlformats-officedocument.presentationml.slideLayout+xml"/>
  <Override PartName="/ppt/slideLayouts/slideLayout118.xml" ContentType="application/vnd.openxmlformats-officedocument.presentationml.slideLayout+xml"/>
  <Override PartName="/ppt/slideLayouts/slideLayout49.xml" ContentType="application/vnd.openxmlformats-officedocument.presentationml.slideLayout+xml"/>
  <Override PartName="/ppt/slideLayouts/slideLayout12.xml" ContentType="application/vnd.openxmlformats-officedocument.presentationml.slideLayout+xml"/>
  <Override PartName="/ppt/slideLayouts/slideLayout117.xml" ContentType="application/vnd.openxmlformats-officedocument.presentationml.slideLayout+xml"/>
  <Override PartName="/ppt/slideLayouts/slideLayout48.xml" ContentType="application/vnd.openxmlformats-officedocument.presentationml.slideLayout+xml"/>
  <Override PartName="/ppt/slideLayouts/slideLayout11.xml" ContentType="application/vnd.openxmlformats-officedocument.presentationml.slideLayout+xml"/>
  <Override PartName="/ppt/slideLayouts/slideLayout116.xml" ContentType="application/vnd.openxmlformats-officedocument.presentationml.slideLayout+xml"/>
  <Override PartName="/ppt/slideLayouts/slideLayout47.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5.xml" ContentType="application/vnd.openxmlformats-officedocument.presentationml.slideLayout+xml"/>
  <Override PartName="/ppt/slideLayouts/slideLayout27.xml" ContentType="application/vnd.openxmlformats-officedocument.presentationml.slideLayout+xml"/>
  <Override PartName="/ppt/slideLayouts/slideLayout92.xml" ContentType="application/vnd.openxmlformats-officedocument.presentationml.slideLayout+xml"/>
  <Override PartName="/ppt/slideLayouts/slideLayout26.xml" ContentType="application/vnd.openxmlformats-officedocument.presentationml.slideLayout+xml"/>
  <Override PartName="/ppt/slideLayouts/slideLayout91.xml" ContentType="application/vnd.openxmlformats-officedocument.presentationml.slideLayout+xml"/>
  <Override PartName="/ppt/slideLayouts/slideLayout25.xml" ContentType="application/vnd.openxmlformats-officedocument.presentationml.slideLayout+xml"/>
  <Override PartName="/ppt/slideLayouts/slideLayout90.xml" ContentType="application/vnd.openxmlformats-officedocument.presentationml.slideLayout+xml"/>
  <Override PartName="/ppt/slideLayouts/slideLayout24.xml" ContentType="application/vnd.openxmlformats-officedocument.presentationml.slideLayout+xml"/>
  <Override PartName="/ppt/slideLayouts/slideLayout23.xml" ContentType="application/vnd.openxmlformats-officedocument.presentationml.slideLayout+xml"/>
  <Override PartName="/ppt/slideLayouts/slideLayout19.xml" ContentType="application/vnd.openxmlformats-officedocument.presentationml.slideLayout+xml"/>
  <Override PartName="/ppt/slideLayouts/slideLayout84.xml" ContentType="application/vnd.openxmlformats-officedocument.presentationml.slideLayout+xml"/>
  <Override PartName="/ppt/slideLayouts/slideLayout59.xml" ContentType="application/vnd.openxmlformats-officedocument.presentationml.slideLayout+xml"/>
  <Override PartName="/ppt/slideLayouts/slideLayout22.xml" ContentType="application/vnd.openxmlformats-officedocument.presentationml.slideLayout+xml"/>
  <Override PartName="/ppt/slideLayouts/slideLayout18.xml" ContentType="application/vnd.openxmlformats-officedocument.presentationml.slideLayout+xml"/>
  <Override PartName="/ppt/slideLayouts/slideLayout83.xml" ContentType="application/vnd.openxmlformats-officedocument.presentationml.slideLayout+xml"/>
  <Override PartName="/ppt/slideLayouts/slideLayout57.xml" ContentType="application/vnd.openxmlformats-officedocument.presentationml.slideLayout+xml"/>
  <Override PartName="/ppt/slideLayouts/slideLayout20.xml" ContentType="application/vnd.openxmlformats-officedocument.presentationml.slideLayout+xml"/>
  <Override PartName="/ppt/slideLayouts/slideLayout58.xml" ContentType="application/vnd.openxmlformats-officedocument.presentationml.slideLayout+xml"/>
  <Override PartName="/ppt/slideLayouts/slideLayout21.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100.xml" ContentType="application/vnd.openxmlformats-officedocument.presentationml.slideLayout+xml"/>
  <Override PartName="/ppt/slideLayouts/slideLayout95.xml" ContentType="application/vnd.openxmlformats-officedocument.presentationml.slideLayout+xml"/>
  <Override PartName="/ppt/slideLayouts/slideLayout108.xml" ContentType="application/vnd.openxmlformats-officedocument.presentationml.slideLayout+xml"/>
  <Override PartName="/ppt/slideLayouts/slideLayout101.xml" ContentType="application/vnd.openxmlformats-officedocument.presentationml.slideLayout+xml"/>
  <Override PartName="/ppt/slideLayouts/slideLayout96.xml" ContentType="application/vnd.openxmlformats-officedocument.presentationml.slideLayout+xml"/>
  <Override PartName="/ppt/slideLayouts/slideLayout109.xml" ContentType="application/vnd.openxmlformats-officedocument.presentationml.slideLayout+xml"/>
  <Override PartName="/ppt/slideLayouts/slideLayout102.xml" ContentType="application/vnd.openxmlformats-officedocument.presentationml.slideLayout+xml"/>
  <Override PartName="/ppt/slideLayouts/slideLayout77.xml" ContentType="application/vnd.openxmlformats-officedocument.presentationml.slideLayout+xml"/>
  <Override PartName="/ppt/slideLayouts/slideLayout120.xml" ContentType="application/vnd.openxmlformats-officedocument.presentationml.slideLayout+xml"/>
  <Override PartName="/ppt/slideLayouts/slideLayout65.xml" ContentType="application/vnd.openxmlformats-officedocument.presentationml.slideLayout+xml"/>
  <Override PartName="/ppt/slideLayouts/slideLayout114.xml" ContentType="application/vnd.openxmlformats-officedocument.presentationml.slideLayout+xml"/>
  <Override PartName="/ppt/slideLayouts/slideLayout113.xml" ContentType="application/vnd.openxmlformats-officedocument.presentationml.slideLayout+xml"/>
  <Override PartName="/ppt/slideLayouts/slideLayout1.xml" ContentType="application/vnd.openxmlformats-officedocument.presentationml.slideLayout+xml"/>
  <Override PartName="/ppt/slideLayouts/slideLayout112.xml" ContentType="application/vnd.openxmlformats-officedocument.presentationml.slideLayout+xml"/>
  <Override PartName="/ppt/slideLayouts/slideLayout111.xml" ContentType="application/vnd.openxmlformats-officedocument.presentationml.slideLayout+xml"/>
  <Override PartName="/ppt/slideLayouts/slideLayout110.xml" ContentType="application/vnd.openxmlformats-officedocument.presentationml.slideLayout+xml"/>
  <Override PartName="/ppt/slideLayouts/slideLayout107.xml" ContentType="application/vnd.openxmlformats-officedocument.presentationml.slideLayout+xml"/>
  <Override PartName="/ppt/slideLayouts/slideLayout106.xml" ContentType="application/vnd.openxmlformats-officedocument.presentationml.slideLayout+xml"/>
  <Override PartName="/ppt/slideLayouts/slideLayout99.xml" ContentType="application/vnd.openxmlformats-officedocument.presentationml.slideLayout+xml"/>
  <Override PartName="/ppt/slideLayouts/slideLayout62.xml" ContentType="application/vnd.openxmlformats-officedocument.presentationml.slideLayout+xml"/>
  <Override PartName="/ppt/slideLayouts/slideLayout105.xml" ContentType="application/vnd.openxmlformats-officedocument.presentationml.slideLayout+xml"/>
  <Override PartName="/ppt/slideLayouts/slideLayout98.xml" ContentType="application/vnd.openxmlformats-officedocument.presentationml.slideLayout+xml"/>
  <Override PartName="/ppt/slideLayouts/slideLayout61.xml" ContentType="application/vnd.openxmlformats-officedocument.presentationml.slideLayout+xml"/>
  <Override PartName="/ppt/slideLayouts/slideLayout104.xml" ContentType="application/vnd.openxmlformats-officedocument.presentationml.slideLayout+xml"/>
  <Override PartName="/ppt/slideLayouts/slideLayout97.xml" ContentType="application/vnd.openxmlformats-officedocument.presentationml.slideLayout+xml"/>
  <Override PartName="/ppt/slideLayouts/slideLayout60.xml" ContentType="application/vnd.openxmlformats-officedocument.presentationml.slideLayout+xml"/>
  <Override PartName="/ppt/slideLayouts/slideLayout103.xml" ContentType="application/vnd.openxmlformats-officedocument.presentationml.slideLayout+xml"/>
  <Override PartName="/ppt/slideLayouts/slideLayout76.xml" ContentType="application/vnd.openxmlformats-officedocument.presentationml.slideLayout+xml"/>
  <Override PartName="/ppt/slideLayouts/slideLayout75.xml" ContentType="application/vnd.openxmlformats-officedocument.presentationml.slideLayout+xml"/>
  <Override PartName="/ppt/slideLayouts/slideLayout74.xml" ContentType="application/vnd.openxmlformats-officedocument.presentationml.slideLayout+xml"/>
  <Override PartName="/ppt/slideLayouts/slideLayout73.xml" ContentType="application/vnd.openxmlformats-officedocument.presentationml.slideLayout+xml"/>
  <Override PartName="/ppt/slideLayouts/slideLayout72.xml" ContentType="application/vnd.openxmlformats-officedocument.presentationml.slideLayout+xml"/>
  <Override PartName="/ppt/slideLayouts/slideLayout71.xml" ContentType="application/vnd.openxmlformats-officedocument.presentationml.slideLayout+xml"/>
  <Override PartName="/ppt/slideLayouts/slideLayout94.xml" ContentType="application/vnd.openxmlformats-officedocument.presentationml.slideLayout+xml"/>
  <Override PartName="/ppt/slideLayouts/slideLayout29.xml" ContentType="application/vnd.openxmlformats-officedocument.presentationml.slideLayout+xml"/>
  <Override PartName="/ppt/slideLayouts/slideLayout70.xml" ContentType="application/vnd.openxmlformats-officedocument.presentationml.slideLayout+xml"/>
  <Override PartName="/ppt/slideLayouts/slideLayout93.xml" ContentType="application/vnd.openxmlformats-officedocument.presentationml.slideLayout+xml"/>
  <Override PartName="/ppt/slideLayouts/slideLayout28.xml" ContentType="application/vnd.openxmlformats-officedocument.presentationml.slideLayout+xml"/>
  <Override PartName="/ppt/slideLayouts/slideLayout69.xml" ContentType="application/vnd.openxmlformats-officedocument.presentationml.slideLayout+xml"/>
  <Override PartName="/ppt/slideLayouts/slideLayout68.xml" ContentType="application/vnd.openxmlformats-officedocument.presentationml.slideLayout+xml"/>
  <Override PartName="/ppt/slideLayouts/slideLayout67.xml" ContentType="application/vnd.openxmlformats-officedocument.presentationml.slideLayout+xml"/>
  <Override PartName="/ppt/slideLayouts/slideLayout66.xml" ContentType="application/vnd.openxmlformats-officedocument.presentationml.slideLayout+xml"/>
  <Override PartName="/ppt/slideLayouts/slideLayout64.xml" ContentType="application/vnd.openxmlformats-officedocument.presentationml.slideLayout+xml"/>
  <Override PartName="/ppt/slideLayouts/slideLayout63.xml" ContentType="application/vnd.openxmlformats-officedocument.presentationml.slideLayout+xml"/>
  <Override PartName="/ppt/slideLayouts/slideLayout16.xml" ContentType="application/vnd.openxmlformats-officedocument.presentationml.slideLayout+xml"/>
  <Override PartName="/ppt/slideLayouts/slideLayout81.xml" ContentType="application/vnd.openxmlformats-officedocument.presentationml.slideLayout+xml"/>
  <Override PartName="/ppt/slideLayouts/slideLayout15.xml" ContentType="application/vnd.openxmlformats-officedocument.presentationml.slideLayout+xml"/>
  <Override PartName="/ppt/slideLayouts/slideLayout80.xml" ContentType="application/vnd.openxmlformats-officedocument.presentationml.slideLayout+xml"/>
  <Override PartName="/ppt/slideLayouts/slideLayout14.xml" ContentType="application/vnd.openxmlformats-officedocument.presentationml.slideLayout+xml"/>
  <Override PartName="/ppt/slideLayouts/slideLayout119.xml" ContentType="application/vnd.openxmlformats-officedocument.presentationml.slideLayout+xml"/>
  <Override PartName="/ppt/slideLayouts/slideLayout17.xml" ContentType="application/vnd.openxmlformats-officedocument.presentationml.slideLayout+xml"/>
  <Override PartName="/ppt/slideLayouts/slideLayout82.xml" ContentType="application/vnd.openxmlformats-officedocument.presentationml.slideLayout+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10.png" ContentType="image/png"/>
  <Override PartName="/ppt/media/image6.png" ContentType="image/png"/>
  <Override PartName="/ppt/media/image11.png" ContentType="image/png"/>
  <Override PartName="/ppt/media/image7.png" ContentType="image/png"/>
  <Override PartName="/ppt/media/image12.png" ContentType="image/png"/>
  <Override PartName="/ppt/media/image8.png" ContentType="image/png"/>
  <Override PartName="/ppt/media/image9.png" ContentType="image/png"/>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xml" ContentType="application/vnd.openxmlformats-officedocument.presentationml.slide+xml"/>
  <Override PartName="/ppt/slides/_rels/slide9.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3.xml.rels" ContentType="application/vnd.openxmlformats-package.relationships+xml"/>
  <Override PartName="/ppt/slides/_rels/slide5.xml.rels" ContentType="application/vnd.openxmlformats-package.relationships+xml"/>
  <Override PartName="/ppt/slides/_rels/slide2.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 id="2147483700" r:id="rId6"/>
    <p:sldMasterId id="2147483713" r:id="rId7"/>
    <p:sldMasterId id="2147483726" r:id="rId8"/>
    <p:sldMasterId id="2147483739" r:id="rId9"/>
    <p:sldMasterId id="2147483752" r:id="rId10"/>
    <p:sldMasterId id="2147483765" r:id="rId11"/>
  </p:sldMasterIdLst>
  <p:notesMasterIdLst>
    <p:notesMasterId r:id="rId12"/>
  </p:notesMasterIdLst>
  <p:sldIdLst>
    <p:sldId id="256" r:id="rId13"/>
    <p:sldId id="257" r:id="rId14"/>
    <p:sldId id="258" r:id="rId15"/>
    <p:sldId id="259" r:id="rId16"/>
    <p:sldId id="260" r:id="rId17"/>
    <p:sldId id="261" r:id="rId18"/>
    <p:sldId id="262" r:id="rId19"/>
    <p:sldId id="263" r:id="rId20"/>
    <p:sldId id="264" r:id="rId21"/>
    <p:sldId id="265" r:id="rId22"/>
  </p:sldIdLst>
  <p:sldSz cx="14630400" cy="8229600"/>
  <p:notesSz cx="8229600" cy="146304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notesMaster" Target="notesMasters/notesMaster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1.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0" name="PlaceHolder 1"/>
          <p:cNvSpPr>
            <a:spLocks noGrp="1"/>
          </p:cNvSpPr>
          <p:nvPr>
            <p:ph type="sldImg"/>
          </p:nvPr>
        </p:nvSpPr>
        <p:spPr>
          <a:xfrm>
            <a:off x="533520" y="764280"/>
            <a:ext cx="6704640" cy="3771360"/>
          </a:xfrm>
          <a:prstGeom prst="rect">
            <a:avLst/>
          </a:prstGeom>
          <a:noFill/>
          <a:ln w="0">
            <a:noFill/>
          </a:ln>
        </p:spPr>
        <p:txBody>
          <a:bodyPr lIns="0" rIns="0" tIns="0" bIns="0" anchor="ctr">
            <a:noAutofit/>
          </a:bodyPr>
          <a:p>
            <a:pPr algn="ctr">
              <a:buNone/>
            </a:pPr>
            <a:r>
              <a:rPr b="0" lang="en-IN" sz="4400" spc="-1" strike="noStrike">
                <a:solidFill>
                  <a:srgbClr val="000000"/>
                </a:solidFill>
                <a:latin typeface="Calibri Light"/>
              </a:rPr>
              <a:t>Click to move </a:t>
            </a:r>
            <a:r>
              <a:rPr b="0" lang="en-IN" sz="4400" spc="-1" strike="noStrike">
                <a:solidFill>
                  <a:srgbClr val="000000"/>
                </a:solidFill>
                <a:latin typeface="Calibri Light"/>
              </a:rPr>
              <a:t>the slide</a:t>
            </a:r>
            <a:endParaRPr b="0" lang="en-IN" sz="4400" spc="-1" strike="noStrike">
              <a:solidFill>
                <a:srgbClr val="000000"/>
              </a:solidFill>
              <a:latin typeface="Calibri Light"/>
            </a:endParaRPr>
          </a:p>
        </p:txBody>
      </p:sp>
      <p:sp>
        <p:nvSpPr>
          <p:cNvPr id="401"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r>
              <a:rPr b="0" lang="en-IN" sz="2000" spc="-1" strike="noStrike">
                <a:latin typeface="Arial"/>
              </a:rPr>
              <a:t>Click to </a:t>
            </a:r>
            <a:r>
              <a:rPr b="0" lang="en-IN" sz="2000" spc="-1" strike="noStrike">
                <a:latin typeface="Arial"/>
              </a:rPr>
              <a:t>edit </a:t>
            </a:r>
            <a:r>
              <a:rPr b="0" lang="en-IN" sz="2000" spc="-1" strike="noStrike">
                <a:latin typeface="Arial"/>
              </a:rPr>
              <a:t>the </a:t>
            </a:r>
            <a:r>
              <a:rPr b="0" lang="en-IN" sz="2000" spc="-1" strike="noStrike">
                <a:latin typeface="Arial"/>
              </a:rPr>
              <a:t>notes </a:t>
            </a:r>
            <a:r>
              <a:rPr b="0" lang="en-IN" sz="2000" spc="-1" strike="noStrike">
                <a:latin typeface="Arial"/>
              </a:rPr>
              <a:t>format</a:t>
            </a:r>
            <a:endParaRPr b="0" lang="en-IN" sz="2000" spc="-1" strike="noStrike">
              <a:latin typeface="Arial"/>
            </a:endParaRPr>
          </a:p>
        </p:txBody>
      </p:sp>
      <p:sp>
        <p:nvSpPr>
          <p:cNvPr id="402" name="PlaceHolder 3"/>
          <p:cNvSpPr>
            <a:spLocks noGrp="1"/>
          </p:cNvSpPr>
          <p:nvPr>
            <p:ph type="hdr"/>
          </p:nvPr>
        </p:nvSpPr>
        <p:spPr>
          <a:xfrm>
            <a:off x="0" y="0"/>
            <a:ext cx="3372840" cy="502560"/>
          </a:xfrm>
          <a:prstGeom prst="rect">
            <a:avLst/>
          </a:prstGeom>
          <a:noFill/>
          <a:ln w="0">
            <a:noFill/>
          </a:ln>
        </p:spPr>
        <p:txBody>
          <a:bodyPr lIns="0" rIns="0" tIns="0" bIns="0" anchor="t">
            <a:noAutofit/>
          </a:bodyPr>
          <a:p>
            <a:r>
              <a:rPr b="0" lang="en-IN" sz="1400" spc="-1" strike="noStrike">
                <a:latin typeface="Times New Roman"/>
              </a:rPr>
              <a:t>&lt;header&gt;</a:t>
            </a:r>
            <a:endParaRPr b="0" lang="en-IN" sz="1400" spc="-1" strike="noStrike">
              <a:latin typeface="Times New Roman"/>
            </a:endParaRPr>
          </a:p>
        </p:txBody>
      </p:sp>
      <p:sp>
        <p:nvSpPr>
          <p:cNvPr id="403" name="PlaceHolder 4"/>
          <p:cNvSpPr>
            <a:spLocks noGrp="1"/>
          </p:cNvSpPr>
          <p:nvPr>
            <p:ph type="dt" idx="1"/>
          </p:nvPr>
        </p:nvSpPr>
        <p:spPr>
          <a:xfrm>
            <a:off x="4399200" y="0"/>
            <a:ext cx="3372840" cy="502560"/>
          </a:xfrm>
          <a:prstGeom prst="rect">
            <a:avLst/>
          </a:prstGeom>
          <a:noFill/>
          <a:ln w="0">
            <a:noFill/>
          </a:ln>
        </p:spPr>
        <p:txBody>
          <a:bodyPr lIns="0" rIns="0" tIns="0" bIns="0" anchor="t">
            <a:noAutofit/>
          </a:bodyPr>
          <a:lstStyle>
            <a:lvl1pPr algn="r">
              <a:buNone/>
              <a:defRPr b="0" lang="en-IN" sz="1400" spc="-1" strike="noStrike">
                <a:latin typeface="Times New Roman"/>
              </a:defRPr>
            </a:lvl1pPr>
          </a:lstStyle>
          <a:p>
            <a:pPr algn="r">
              <a:buNone/>
            </a:pPr>
            <a:r>
              <a:rPr b="0" lang="en-IN" sz="1400" spc="-1" strike="noStrike">
                <a:latin typeface="Times New Roman"/>
              </a:rPr>
              <a:t>&lt;date/time&gt;</a:t>
            </a:r>
            <a:endParaRPr b="0" lang="en-IN" sz="1400" spc="-1" strike="noStrike">
              <a:latin typeface="Times New Roman"/>
            </a:endParaRPr>
          </a:p>
        </p:txBody>
      </p:sp>
      <p:sp>
        <p:nvSpPr>
          <p:cNvPr id="404" name="PlaceHolder 5"/>
          <p:cNvSpPr>
            <a:spLocks noGrp="1"/>
          </p:cNvSpPr>
          <p:nvPr>
            <p:ph type="ftr" idx="2"/>
          </p:nvPr>
        </p:nvSpPr>
        <p:spPr>
          <a:xfrm>
            <a:off x="0" y="9555480"/>
            <a:ext cx="3372840" cy="502560"/>
          </a:xfrm>
          <a:prstGeom prst="rect">
            <a:avLst/>
          </a:prstGeom>
          <a:noFill/>
          <a:ln w="0">
            <a:noFill/>
          </a:ln>
        </p:spPr>
        <p:txBody>
          <a:bodyPr lIns="0" rIns="0" tIns="0" bIns="0" anchor="b">
            <a:noAutofit/>
          </a:bodyPr>
          <a:lstStyle>
            <a:lvl1pPr>
              <a:defRPr b="0" lang="en-IN" sz="1400" spc="-1" strike="noStrike">
                <a:latin typeface="Times New Roman"/>
              </a:defRPr>
            </a:lvl1pPr>
          </a:lstStyle>
          <a:p>
            <a:r>
              <a:rPr b="0" lang="en-IN" sz="1400" spc="-1" strike="noStrike">
                <a:latin typeface="Times New Roman"/>
              </a:rPr>
              <a:t>&lt;footer&gt;</a:t>
            </a:r>
            <a:endParaRPr b="0" lang="en-IN" sz="1400" spc="-1" strike="noStrike">
              <a:latin typeface="Times New Roman"/>
            </a:endParaRPr>
          </a:p>
        </p:txBody>
      </p:sp>
      <p:sp>
        <p:nvSpPr>
          <p:cNvPr id="405" name="PlaceHolder 6"/>
          <p:cNvSpPr>
            <a:spLocks noGrp="1"/>
          </p:cNvSpPr>
          <p:nvPr>
            <p:ph type="sldNum" idx="3"/>
          </p:nvPr>
        </p:nvSpPr>
        <p:spPr>
          <a:xfrm>
            <a:off x="4399200" y="9555480"/>
            <a:ext cx="3372840" cy="502560"/>
          </a:xfrm>
          <a:prstGeom prst="rect">
            <a:avLst/>
          </a:prstGeom>
          <a:noFill/>
          <a:ln w="0">
            <a:noFill/>
          </a:ln>
        </p:spPr>
        <p:txBody>
          <a:bodyPr lIns="0" rIns="0" tIns="0" bIns="0" anchor="b">
            <a:noAutofit/>
          </a:bodyPr>
          <a:lstStyle>
            <a:lvl1pPr algn="r">
              <a:buNone/>
              <a:defRPr b="0" lang="en-IN" sz="1400" spc="-1" strike="noStrike">
                <a:latin typeface="Times New Roman"/>
              </a:defRPr>
            </a:lvl1pPr>
          </a:lstStyle>
          <a:p>
            <a:pPr algn="r">
              <a:buNone/>
            </a:pPr>
            <a:fld id="{6F4FD0F7-669B-4692-B120-4CE7EC31FC7C}" type="slidenum">
              <a:rPr b="0" lang="en-IN" sz="1400" spc="-1" strike="noStrike">
                <a:latin typeface="Times New Roman"/>
              </a:rPr>
              <a:t>&lt;number&gt;</a:t>
            </a:fld>
            <a:endParaRPr b="0" lang="en-IN"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0" name="PlaceHolder 1"/>
          <p:cNvSpPr>
            <a:spLocks noGrp="1"/>
          </p:cNvSpPr>
          <p:nvPr>
            <p:ph type="sldImg"/>
          </p:nvPr>
        </p:nvSpPr>
        <p:spPr>
          <a:xfrm>
            <a:off x="685800" y="1143000"/>
            <a:ext cx="5486040" cy="3085920"/>
          </a:xfrm>
          <a:prstGeom prst="rect">
            <a:avLst/>
          </a:prstGeom>
          <a:ln w="0">
            <a:noFill/>
          </a:ln>
        </p:spPr>
      </p:sp>
      <p:sp>
        <p:nvSpPr>
          <p:cNvPr id="811"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IN" sz="2000" spc="-1" strike="noStrike">
              <a:latin typeface="Arial"/>
            </a:endParaRPr>
          </a:p>
        </p:txBody>
      </p:sp>
      <p:sp>
        <p:nvSpPr>
          <p:cNvPr id="812" name="PlaceHolder 3"/>
          <p:cNvSpPr>
            <a:spLocks noGrp="1"/>
          </p:cNvSpPr>
          <p:nvPr>
            <p:ph type="sldNum" idx="4"/>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FA68E2BF-2A10-4D56-99E9-720C597343A4}" type="slidenum">
              <a:rPr b="0" lang="en-US" sz="1200" spc="-1" strike="noStrike">
                <a:latin typeface="Times New Roman"/>
              </a:rPr>
              <a:t>&lt;number&gt;</a:t>
            </a:fld>
            <a:endParaRPr b="0" lang="en-IN" sz="1200" spc="-1" strike="noStrike">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3" name="PlaceHolder 1"/>
          <p:cNvSpPr>
            <a:spLocks noGrp="1"/>
          </p:cNvSpPr>
          <p:nvPr>
            <p:ph type="sldImg"/>
          </p:nvPr>
        </p:nvSpPr>
        <p:spPr>
          <a:xfrm>
            <a:off x="685800" y="1143000"/>
            <a:ext cx="5486040" cy="3085920"/>
          </a:xfrm>
          <a:prstGeom prst="rect">
            <a:avLst/>
          </a:prstGeom>
          <a:ln w="0">
            <a:noFill/>
          </a:ln>
        </p:spPr>
      </p:sp>
      <p:sp>
        <p:nvSpPr>
          <p:cNvPr id="814"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IN" sz="2000" spc="-1" strike="noStrike">
              <a:latin typeface="Arial"/>
            </a:endParaRPr>
          </a:p>
        </p:txBody>
      </p:sp>
      <p:sp>
        <p:nvSpPr>
          <p:cNvPr id="815" name="PlaceHolder 3"/>
          <p:cNvSpPr>
            <a:spLocks noGrp="1"/>
          </p:cNvSpPr>
          <p:nvPr>
            <p:ph type="sldNum" idx="5"/>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BAB55F4A-0033-4A51-99C2-1BD32449C197}" type="slidenum">
              <a:rPr b="0" lang="en-US" sz="1200" spc="-1" strike="noStrike">
                <a:latin typeface="Times New Roman"/>
              </a:rPr>
              <a:t>&lt;number&gt;</a:t>
            </a:fld>
            <a:endParaRPr b="0" lang="en-IN" sz="1200" spc="-1" strike="noStrike">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6" name="PlaceHolder 1"/>
          <p:cNvSpPr>
            <a:spLocks noGrp="1"/>
          </p:cNvSpPr>
          <p:nvPr>
            <p:ph type="sldImg"/>
          </p:nvPr>
        </p:nvSpPr>
        <p:spPr>
          <a:xfrm>
            <a:off x="685800" y="1143000"/>
            <a:ext cx="5486040" cy="3085920"/>
          </a:xfrm>
          <a:prstGeom prst="rect">
            <a:avLst/>
          </a:prstGeom>
          <a:ln w="0">
            <a:noFill/>
          </a:ln>
        </p:spPr>
      </p:sp>
      <p:sp>
        <p:nvSpPr>
          <p:cNvPr id="817"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IN" sz="2000" spc="-1" strike="noStrike">
              <a:latin typeface="Arial"/>
            </a:endParaRPr>
          </a:p>
        </p:txBody>
      </p:sp>
      <p:sp>
        <p:nvSpPr>
          <p:cNvPr id="818" name="PlaceHolder 3"/>
          <p:cNvSpPr>
            <a:spLocks noGrp="1"/>
          </p:cNvSpPr>
          <p:nvPr>
            <p:ph type="sldNum" idx="6"/>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3F03A70D-46B3-496C-A19F-26A1F921DFB9}" type="slidenum">
              <a:rPr b="0" lang="en-US" sz="1200" spc="-1" strike="noStrike">
                <a:latin typeface="Times New Roman"/>
              </a:rPr>
              <a:t>&lt;number&gt;</a:t>
            </a:fld>
            <a:endParaRPr b="0" lang="en-IN" sz="1200" spc="-1" strike="noStrike">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9" name="PlaceHolder 1"/>
          <p:cNvSpPr>
            <a:spLocks noGrp="1"/>
          </p:cNvSpPr>
          <p:nvPr>
            <p:ph type="sldImg"/>
          </p:nvPr>
        </p:nvSpPr>
        <p:spPr>
          <a:xfrm>
            <a:off x="685800" y="1143000"/>
            <a:ext cx="5486040" cy="3085920"/>
          </a:xfrm>
          <a:prstGeom prst="rect">
            <a:avLst/>
          </a:prstGeom>
          <a:ln w="0">
            <a:noFill/>
          </a:ln>
        </p:spPr>
      </p:sp>
      <p:sp>
        <p:nvSpPr>
          <p:cNvPr id="820"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IN" sz="2000" spc="-1" strike="noStrike">
              <a:latin typeface="Arial"/>
            </a:endParaRPr>
          </a:p>
        </p:txBody>
      </p:sp>
      <p:sp>
        <p:nvSpPr>
          <p:cNvPr id="821" name="PlaceHolder 3"/>
          <p:cNvSpPr>
            <a:spLocks noGrp="1"/>
          </p:cNvSpPr>
          <p:nvPr>
            <p:ph type="sldNum" idx="7"/>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239769B0-2F7A-4688-99C6-F090126035F9}" type="slidenum">
              <a:rPr b="0" lang="en-US" sz="1200" spc="-1" strike="noStrike">
                <a:latin typeface="Times New Roman"/>
              </a:rPr>
              <a:t>&lt;number&gt;</a:t>
            </a:fld>
            <a:endParaRPr b="0" lang="en-IN" sz="1200" spc="-1" strike="noStrike">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2" name="PlaceHolder 1"/>
          <p:cNvSpPr>
            <a:spLocks noGrp="1"/>
          </p:cNvSpPr>
          <p:nvPr>
            <p:ph type="sldImg"/>
          </p:nvPr>
        </p:nvSpPr>
        <p:spPr>
          <a:xfrm>
            <a:off x="685800" y="1143000"/>
            <a:ext cx="5486040" cy="3085920"/>
          </a:xfrm>
          <a:prstGeom prst="rect">
            <a:avLst/>
          </a:prstGeom>
          <a:ln w="0">
            <a:noFill/>
          </a:ln>
        </p:spPr>
      </p:sp>
      <p:sp>
        <p:nvSpPr>
          <p:cNvPr id="823"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IN" sz="2000" spc="-1" strike="noStrike">
              <a:latin typeface="Arial"/>
            </a:endParaRPr>
          </a:p>
        </p:txBody>
      </p:sp>
      <p:sp>
        <p:nvSpPr>
          <p:cNvPr id="824" name="PlaceHolder 3"/>
          <p:cNvSpPr>
            <a:spLocks noGrp="1"/>
          </p:cNvSpPr>
          <p:nvPr>
            <p:ph type="sldNum" idx="8"/>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675FE3B2-1033-48D9-9C93-5A60457A942B}" type="slidenum">
              <a:rPr b="0" lang="en-US" sz="1200" spc="-1" strike="noStrike">
                <a:latin typeface="Times New Roman"/>
              </a:rPr>
              <a:t>&lt;number&gt;</a:t>
            </a:fld>
            <a:endParaRPr b="0" lang="en-IN" sz="1200" spc="-1" strike="noStrike">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5" name="PlaceHolder 1"/>
          <p:cNvSpPr>
            <a:spLocks noGrp="1"/>
          </p:cNvSpPr>
          <p:nvPr>
            <p:ph type="sldImg"/>
          </p:nvPr>
        </p:nvSpPr>
        <p:spPr>
          <a:xfrm>
            <a:off x="685800" y="1143000"/>
            <a:ext cx="5486040" cy="3085920"/>
          </a:xfrm>
          <a:prstGeom prst="rect">
            <a:avLst/>
          </a:prstGeom>
          <a:ln w="0">
            <a:noFill/>
          </a:ln>
        </p:spPr>
      </p:sp>
      <p:sp>
        <p:nvSpPr>
          <p:cNvPr id="826"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IN" sz="2000" spc="-1" strike="noStrike">
              <a:latin typeface="Arial"/>
            </a:endParaRPr>
          </a:p>
        </p:txBody>
      </p:sp>
      <p:sp>
        <p:nvSpPr>
          <p:cNvPr id="827" name="PlaceHolder 3"/>
          <p:cNvSpPr>
            <a:spLocks noGrp="1"/>
          </p:cNvSpPr>
          <p:nvPr>
            <p:ph type="sldNum" idx="9"/>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24823EBE-27CC-41B7-A4C8-6875A6C9A490}" type="slidenum">
              <a:rPr b="0" lang="en-US" sz="1200" spc="-1" strike="noStrike">
                <a:latin typeface="Times New Roman"/>
              </a:rPr>
              <a:t>&lt;number&gt;</a:t>
            </a:fld>
            <a:endParaRPr b="0" lang="en-IN" sz="1200" spc="-1" strike="noStrike">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8" name="PlaceHolder 1"/>
          <p:cNvSpPr>
            <a:spLocks noGrp="1"/>
          </p:cNvSpPr>
          <p:nvPr>
            <p:ph type="sldImg"/>
          </p:nvPr>
        </p:nvSpPr>
        <p:spPr>
          <a:xfrm>
            <a:off x="685800" y="1143000"/>
            <a:ext cx="5486040" cy="3085920"/>
          </a:xfrm>
          <a:prstGeom prst="rect">
            <a:avLst/>
          </a:prstGeom>
          <a:ln w="0">
            <a:noFill/>
          </a:ln>
        </p:spPr>
      </p:sp>
      <p:sp>
        <p:nvSpPr>
          <p:cNvPr id="829"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IN" sz="2000" spc="-1" strike="noStrike">
              <a:latin typeface="Arial"/>
            </a:endParaRPr>
          </a:p>
        </p:txBody>
      </p:sp>
      <p:sp>
        <p:nvSpPr>
          <p:cNvPr id="830" name="PlaceHolder 3"/>
          <p:cNvSpPr>
            <a:spLocks noGrp="1"/>
          </p:cNvSpPr>
          <p:nvPr>
            <p:ph type="sldNum" idx="10"/>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9B286459-FADD-4BC1-BBEE-87896109DD32}" type="slidenum">
              <a:rPr b="0" lang="en-US" sz="1200" spc="-1" strike="noStrike">
                <a:latin typeface="Times New Roman"/>
              </a:rPr>
              <a:t>&lt;number&gt;</a:t>
            </a:fld>
            <a:endParaRPr b="0" lang="en-IN" sz="1200" spc="-1" strike="noStrike">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1" name="PlaceHolder 1"/>
          <p:cNvSpPr>
            <a:spLocks noGrp="1"/>
          </p:cNvSpPr>
          <p:nvPr>
            <p:ph type="sldImg"/>
          </p:nvPr>
        </p:nvSpPr>
        <p:spPr>
          <a:xfrm>
            <a:off x="685800" y="1143000"/>
            <a:ext cx="5486040" cy="3085920"/>
          </a:xfrm>
          <a:prstGeom prst="rect">
            <a:avLst/>
          </a:prstGeom>
          <a:ln w="0">
            <a:noFill/>
          </a:ln>
        </p:spPr>
      </p:sp>
      <p:sp>
        <p:nvSpPr>
          <p:cNvPr id="832"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IN" sz="2000" spc="-1" strike="noStrike">
              <a:latin typeface="Arial"/>
            </a:endParaRPr>
          </a:p>
        </p:txBody>
      </p:sp>
      <p:sp>
        <p:nvSpPr>
          <p:cNvPr id="833" name="PlaceHolder 3"/>
          <p:cNvSpPr>
            <a:spLocks noGrp="1"/>
          </p:cNvSpPr>
          <p:nvPr>
            <p:ph type="sldNum" idx="11"/>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029210AD-EAE8-4938-920F-6B8DF6A6F29E}" type="slidenum">
              <a:rPr b="0" lang="en-US" sz="1200" spc="-1" strike="noStrike">
                <a:latin typeface="Times New Roman"/>
              </a:rPr>
              <a:t>&lt;number&gt;</a:t>
            </a:fld>
            <a:endParaRPr b="0" lang="en-IN" sz="1200" spc="-1" strike="noStrike">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4" name="PlaceHolder 1"/>
          <p:cNvSpPr>
            <a:spLocks noGrp="1"/>
          </p:cNvSpPr>
          <p:nvPr>
            <p:ph type="sldImg"/>
          </p:nvPr>
        </p:nvSpPr>
        <p:spPr>
          <a:xfrm>
            <a:off x="685800" y="1143000"/>
            <a:ext cx="5486040" cy="3085920"/>
          </a:xfrm>
          <a:prstGeom prst="rect">
            <a:avLst/>
          </a:prstGeom>
          <a:ln w="0">
            <a:noFill/>
          </a:ln>
        </p:spPr>
      </p:sp>
      <p:sp>
        <p:nvSpPr>
          <p:cNvPr id="835"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IN" sz="2000" spc="-1" strike="noStrike">
              <a:latin typeface="Arial"/>
            </a:endParaRPr>
          </a:p>
        </p:txBody>
      </p:sp>
      <p:sp>
        <p:nvSpPr>
          <p:cNvPr id="836" name="PlaceHolder 3"/>
          <p:cNvSpPr>
            <a:spLocks noGrp="1"/>
          </p:cNvSpPr>
          <p:nvPr>
            <p:ph type="sldNum" idx="12"/>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336A5B32-4F45-42B0-B87F-163DDE68AE60}" type="slidenum">
              <a:rPr b="0" lang="en-US" sz="1200" spc="-1" strike="noStrike">
                <a:latin typeface="Times New Roman"/>
              </a:rPr>
              <a:t>&lt;number&gt;</a:t>
            </a:fld>
            <a:endParaRPr b="0" lang="en-IN" sz="1200" spc="-1" strike="noStrike">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7" name="PlaceHolder 1"/>
          <p:cNvSpPr>
            <a:spLocks noGrp="1"/>
          </p:cNvSpPr>
          <p:nvPr>
            <p:ph type="sldImg"/>
          </p:nvPr>
        </p:nvSpPr>
        <p:spPr>
          <a:xfrm>
            <a:off x="685800" y="1143000"/>
            <a:ext cx="5486040" cy="3085920"/>
          </a:xfrm>
          <a:prstGeom prst="rect">
            <a:avLst/>
          </a:prstGeom>
          <a:ln w="0">
            <a:noFill/>
          </a:ln>
        </p:spPr>
      </p:sp>
      <p:sp>
        <p:nvSpPr>
          <p:cNvPr id="838"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IN" sz="2000" spc="-1" strike="noStrike">
              <a:latin typeface="Arial"/>
            </a:endParaRPr>
          </a:p>
        </p:txBody>
      </p:sp>
      <p:sp>
        <p:nvSpPr>
          <p:cNvPr id="839" name="PlaceHolder 3"/>
          <p:cNvSpPr>
            <a:spLocks noGrp="1"/>
          </p:cNvSpPr>
          <p:nvPr>
            <p:ph type="sldNum" idx="13"/>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C363F623-8B3B-4283-9A7D-09EB51C3FFAB}" type="slidenum">
              <a:rPr b="0" lang="en-US" sz="1200" spc="-1" strike="noStrike">
                <a:latin typeface="Times New Roman"/>
              </a:rPr>
              <a:t>&lt;number&gt;</a:t>
            </a:fld>
            <a:endParaRPr b="0" lang="en-IN"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1.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2.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3.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4.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5.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7.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8.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9.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0.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1.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2.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3.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4.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5.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6.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8.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9.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0.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1.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2.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3.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4.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5.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86.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87.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8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89.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0.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1.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2.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3.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4.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5.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6.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7.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98.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9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0.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1.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2.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3.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4.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5.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6.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7.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8.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9.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1.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2.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3.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4.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5.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6.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7.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8.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9.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20.xml.rels><?xml version="1.0" encoding="UTF-8"?>
<Relationships xmlns="http://schemas.openxmlformats.org/package/2006/relationships"><Relationship Id="rId1" Type="http://schemas.openxmlformats.org/officeDocument/2006/relationships/slideMaster" Target="../slideMasters/slideMaster10.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5" name="PlaceHolder 2"/>
          <p:cNvSpPr>
            <a:spLocks noGrp="1"/>
          </p:cNvSpPr>
          <p:nvPr>
            <p:ph type="subTitle"/>
          </p:nvPr>
        </p:nvSpPr>
        <p:spPr>
          <a:xfrm>
            <a:off x="731520" y="1925640"/>
            <a:ext cx="13167000" cy="4772520"/>
          </a:xfrm>
          <a:prstGeom prst="rect">
            <a:avLst/>
          </a:prstGeom>
          <a:noFill/>
          <a:ln w="0">
            <a:noFill/>
          </a:ln>
        </p:spPr>
        <p:txBody>
          <a:bodyPr lIns="0" rIns="0" tIns="0" bIns="0" anchor="ctr">
            <a:noAutofit/>
          </a:bodyPr>
          <a:p>
            <a:pPr algn="ctr">
              <a:buNone/>
            </a:pPr>
            <a:endParaRPr b="0" lang="en-IN"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7" name="PlaceHolder 2"/>
          <p:cNvSpPr>
            <a:spLocks noGrp="1"/>
          </p:cNvSpPr>
          <p:nvPr>
            <p:ph/>
          </p:nvPr>
        </p:nvSpPr>
        <p:spPr>
          <a:xfrm>
            <a:off x="731520" y="1925640"/>
            <a:ext cx="13167000" cy="47725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8"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9" name="PlaceHolder 2"/>
          <p:cNvSpPr>
            <a:spLocks noGrp="1"/>
          </p:cNvSpPr>
          <p:nvPr>
            <p:ph/>
          </p:nvPr>
        </p:nvSpPr>
        <p:spPr>
          <a:xfrm>
            <a:off x="731520" y="1925640"/>
            <a:ext cx="6425280" cy="47725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10" name="PlaceHolder 3"/>
          <p:cNvSpPr>
            <a:spLocks noGrp="1"/>
          </p:cNvSpPr>
          <p:nvPr>
            <p:ph/>
          </p:nvPr>
        </p:nvSpPr>
        <p:spPr>
          <a:xfrm>
            <a:off x="7478280" y="1925640"/>
            <a:ext cx="6425280" cy="47725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1"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2" name="PlaceHolder 1"/>
          <p:cNvSpPr>
            <a:spLocks noGrp="1"/>
          </p:cNvSpPr>
          <p:nvPr>
            <p:ph type="subTitle"/>
          </p:nvPr>
        </p:nvSpPr>
        <p:spPr>
          <a:xfrm>
            <a:off x="731520" y="328320"/>
            <a:ext cx="13167000" cy="6369120"/>
          </a:xfrm>
          <a:prstGeom prst="rect">
            <a:avLst/>
          </a:prstGeom>
          <a:noFill/>
          <a:ln w="0">
            <a:noFill/>
          </a:ln>
        </p:spPr>
        <p:txBody>
          <a:bodyPr lIns="0" rIns="0" tIns="0" bIns="0" anchor="ctr">
            <a:noAutofit/>
          </a:bodyPr>
          <a:p>
            <a:pPr algn="ctr">
              <a:buNone/>
            </a:pPr>
            <a:endParaRPr b="0" lang="en-IN"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14" name="PlaceHolder 2"/>
          <p:cNvSpPr>
            <a:spLocks noGrp="1"/>
          </p:cNvSpPr>
          <p:nvPr>
            <p:ph/>
          </p:nvPr>
        </p:nvSpPr>
        <p:spPr>
          <a:xfrm>
            <a:off x="731520" y="1925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15" name="PlaceHolder 3"/>
          <p:cNvSpPr>
            <a:spLocks noGrp="1"/>
          </p:cNvSpPr>
          <p:nvPr>
            <p:ph/>
          </p:nvPr>
        </p:nvSpPr>
        <p:spPr>
          <a:xfrm>
            <a:off x="7478280" y="1925640"/>
            <a:ext cx="6425280" cy="47725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16" name="PlaceHolder 4"/>
          <p:cNvSpPr>
            <a:spLocks noGrp="1"/>
          </p:cNvSpPr>
          <p:nvPr>
            <p:ph/>
          </p:nvPr>
        </p:nvSpPr>
        <p:spPr>
          <a:xfrm>
            <a:off x="731520" y="4418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18" name="PlaceHolder 2"/>
          <p:cNvSpPr>
            <a:spLocks noGrp="1"/>
          </p:cNvSpPr>
          <p:nvPr>
            <p:ph/>
          </p:nvPr>
        </p:nvSpPr>
        <p:spPr>
          <a:xfrm>
            <a:off x="731520" y="1925640"/>
            <a:ext cx="6425280" cy="47725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19" name="PlaceHolder 3"/>
          <p:cNvSpPr>
            <a:spLocks noGrp="1"/>
          </p:cNvSpPr>
          <p:nvPr>
            <p:ph/>
          </p:nvPr>
        </p:nvSpPr>
        <p:spPr>
          <a:xfrm>
            <a:off x="7478280" y="1925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20" name="PlaceHolder 4"/>
          <p:cNvSpPr>
            <a:spLocks noGrp="1"/>
          </p:cNvSpPr>
          <p:nvPr>
            <p:ph/>
          </p:nvPr>
        </p:nvSpPr>
        <p:spPr>
          <a:xfrm>
            <a:off x="7478280" y="4418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22" name="PlaceHolder 2"/>
          <p:cNvSpPr>
            <a:spLocks noGrp="1"/>
          </p:cNvSpPr>
          <p:nvPr>
            <p:ph/>
          </p:nvPr>
        </p:nvSpPr>
        <p:spPr>
          <a:xfrm>
            <a:off x="731520" y="1925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23" name="PlaceHolder 3"/>
          <p:cNvSpPr>
            <a:spLocks noGrp="1"/>
          </p:cNvSpPr>
          <p:nvPr>
            <p:ph/>
          </p:nvPr>
        </p:nvSpPr>
        <p:spPr>
          <a:xfrm>
            <a:off x="7478280" y="1925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24" name="PlaceHolder 4"/>
          <p:cNvSpPr>
            <a:spLocks noGrp="1"/>
          </p:cNvSpPr>
          <p:nvPr>
            <p:ph/>
          </p:nvPr>
        </p:nvSpPr>
        <p:spPr>
          <a:xfrm>
            <a:off x="731520" y="4418640"/>
            <a:ext cx="1316700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5"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26" name="PlaceHolder 2"/>
          <p:cNvSpPr>
            <a:spLocks noGrp="1"/>
          </p:cNvSpPr>
          <p:nvPr>
            <p:ph/>
          </p:nvPr>
        </p:nvSpPr>
        <p:spPr>
          <a:xfrm>
            <a:off x="731520" y="1925640"/>
            <a:ext cx="1316700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27" name="PlaceHolder 3"/>
          <p:cNvSpPr>
            <a:spLocks noGrp="1"/>
          </p:cNvSpPr>
          <p:nvPr>
            <p:ph/>
          </p:nvPr>
        </p:nvSpPr>
        <p:spPr>
          <a:xfrm>
            <a:off x="731520" y="4418640"/>
            <a:ext cx="1316700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29" name="PlaceHolder 2"/>
          <p:cNvSpPr>
            <a:spLocks noGrp="1"/>
          </p:cNvSpPr>
          <p:nvPr>
            <p:ph/>
          </p:nvPr>
        </p:nvSpPr>
        <p:spPr>
          <a:xfrm>
            <a:off x="731520" y="1925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0" name="PlaceHolder 3"/>
          <p:cNvSpPr>
            <a:spLocks noGrp="1"/>
          </p:cNvSpPr>
          <p:nvPr>
            <p:ph/>
          </p:nvPr>
        </p:nvSpPr>
        <p:spPr>
          <a:xfrm>
            <a:off x="7478280" y="1925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1" name="PlaceHolder 4"/>
          <p:cNvSpPr>
            <a:spLocks noGrp="1"/>
          </p:cNvSpPr>
          <p:nvPr>
            <p:ph/>
          </p:nvPr>
        </p:nvSpPr>
        <p:spPr>
          <a:xfrm>
            <a:off x="731520" y="4418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2" name="PlaceHolder 5"/>
          <p:cNvSpPr>
            <a:spLocks noGrp="1"/>
          </p:cNvSpPr>
          <p:nvPr>
            <p:ph/>
          </p:nvPr>
        </p:nvSpPr>
        <p:spPr>
          <a:xfrm>
            <a:off x="7478280" y="4418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34" name="PlaceHolder 2"/>
          <p:cNvSpPr>
            <a:spLocks noGrp="1"/>
          </p:cNvSpPr>
          <p:nvPr>
            <p:ph/>
          </p:nvPr>
        </p:nvSpPr>
        <p:spPr>
          <a:xfrm>
            <a:off x="731520" y="1925640"/>
            <a:ext cx="423936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5" name="PlaceHolder 3"/>
          <p:cNvSpPr>
            <a:spLocks noGrp="1"/>
          </p:cNvSpPr>
          <p:nvPr>
            <p:ph/>
          </p:nvPr>
        </p:nvSpPr>
        <p:spPr>
          <a:xfrm>
            <a:off x="5183280" y="1925640"/>
            <a:ext cx="423936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6" name="PlaceHolder 4"/>
          <p:cNvSpPr>
            <a:spLocks noGrp="1"/>
          </p:cNvSpPr>
          <p:nvPr>
            <p:ph/>
          </p:nvPr>
        </p:nvSpPr>
        <p:spPr>
          <a:xfrm>
            <a:off x="9635040" y="1925640"/>
            <a:ext cx="423936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7" name="PlaceHolder 5"/>
          <p:cNvSpPr>
            <a:spLocks noGrp="1"/>
          </p:cNvSpPr>
          <p:nvPr>
            <p:ph/>
          </p:nvPr>
        </p:nvSpPr>
        <p:spPr>
          <a:xfrm>
            <a:off x="731520" y="4418640"/>
            <a:ext cx="423936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8" name="PlaceHolder 6"/>
          <p:cNvSpPr>
            <a:spLocks noGrp="1"/>
          </p:cNvSpPr>
          <p:nvPr>
            <p:ph/>
          </p:nvPr>
        </p:nvSpPr>
        <p:spPr>
          <a:xfrm>
            <a:off x="5183280" y="4418640"/>
            <a:ext cx="423936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9" name="PlaceHolder 7"/>
          <p:cNvSpPr>
            <a:spLocks noGrp="1"/>
          </p:cNvSpPr>
          <p:nvPr>
            <p:ph/>
          </p:nvPr>
        </p:nvSpPr>
        <p:spPr>
          <a:xfrm>
            <a:off x="9635040" y="4418640"/>
            <a:ext cx="423936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4"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45" name="PlaceHolder 2"/>
          <p:cNvSpPr>
            <a:spLocks noGrp="1"/>
          </p:cNvSpPr>
          <p:nvPr>
            <p:ph type="subTitle"/>
          </p:nvPr>
        </p:nvSpPr>
        <p:spPr>
          <a:xfrm>
            <a:off x="731520" y="1925640"/>
            <a:ext cx="13167000" cy="4772520"/>
          </a:xfrm>
          <a:prstGeom prst="rect">
            <a:avLst/>
          </a:prstGeom>
          <a:noFill/>
          <a:ln w="0">
            <a:noFill/>
          </a:ln>
        </p:spPr>
        <p:txBody>
          <a:bodyPr lIns="0" rIns="0" tIns="0" bIns="0" anchor="ctr">
            <a:noAutofit/>
          </a:bodyPr>
          <a:p>
            <a:pPr algn="ctr">
              <a:buNone/>
            </a:pPr>
            <a:endParaRPr b="0" lang="en-IN"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6"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47" name="PlaceHolder 2"/>
          <p:cNvSpPr>
            <a:spLocks noGrp="1"/>
          </p:cNvSpPr>
          <p:nvPr>
            <p:ph/>
          </p:nvPr>
        </p:nvSpPr>
        <p:spPr>
          <a:xfrm>
            <a:off x="731520" y="1925640"/>
            <a:ext cx="13167000" cy="47725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49" name="PlaceHolder 2"/>
          <p:cNvSpPr>
            <a:spLocks noGrp="1"/>
          </p:cNvSpPr>
          <p:nvPr>
            <p:ph/>
          </p:nvPr>
        </p:nvSpPr>
        <p:spPr>
          <a:xfrm>
            <a:off x="731520" y="1925640"/>
            <a:ext cx="6425280" cy="47725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50" name="PlaceHolder 3"/>
          <p:cNvSpPr>
            <a:spLocks noGrp="1"/>
          </p:cNvSpPr>
          <p:nvPr>
            <p:ph/>
          </p:nvPr>
        </p:nvSpPr>
        <p:spPr>
          <a:xfrm>
            <a:off x="7478280" y="1925640"/>
            <a:ext cx="6425280" cy="47725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1"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2" name="PlaceHolder 1"/>
          <p:cNvSpPr>
            <a:spLocks noGrp="1"/>
          </p:cNvSpPr>
          <p:nvPr>
            <p:ph type="subTitle"/>
          </p:nvPr>
        </p:nvSpPr>
        <p:spPr>
          <a:xfrm>
            <a:off x="731520" y="328320"/>
            <a:ext cx="13167000" cy="6369120"/>
          </a:xfrm>
          <a:prstGeom prst="rect">
            <a:avLst/>
          </a:prstGeom>
          <a:noFill/>
          <a:ln w="0">
            <a:noFill/>
          </a:ln>
        </p:spPr>
        <p:txBody>
          <a:bodyPr lIns="0" rIns="0" tIns="0" bIns="0" anchor="ctr">
            <a:noAutofit/>
          </a:bodyPr>
          <a:p>
            <a:pPr algn="ctr">
              <a:buNone/>
            </a:pPr>
            <a:endParaRPr b="0" lang="en-IN"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54" name="PlaceHolder 2"/>
          <p:cNvSpPr>
            <a:spLocks noGrp="1"/>
          </p:cNvSpPr>
          <p:nvPr>
            <p:ph/>
          </p:nvPr>
        </p:nvSpPr>
        <p:spPr>
          <a:xfrm>
            <a:off x="731520" y="1925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55" name="PlaceHolder 3"/>
          <p:cNvSpPr>
            <a:spLocks noGrp="1"/>
          </p:cNvSpPr>
          <p:nvPr>
            <p:ph/>
          </p:nvPr>
        </p:nvSpPr>
        <p:spPr>
          <a:xfrm>
            <a:off x="7478280" y="1925640"/>
            <a:ext cx="6425280" cy="47725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56" name="PlaceHolder 4"/>
          <p:cNvSpPr>
            <a:spLocks noGrp="1"/>
          </p:cNvSpPr>
          <p:nvPr>
            <p:ph/>
          </p:nvPr>
        </p:nvSpPr>
        <p:spPr>
          <a:xfrm>
            <a:off x="731520" y="4418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58" name="PlaceHolder 2"/>
          <p:cNvSpPr>
            <a:spLocks noGrp="1"/>
          </p:cNvSpPr>
          <p:nvPr>
            <p:ph/>
          </p:nvPr>
        </p:nvSpPr>
        <p:spPr>
          <a:xfrm>
            <a:off x="731520" y="1925640"/>
            <a:ext cx="6425280" cy="47725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59" name="PlaceHolder 3"/>
          <p:cNvSpPr>
            <a:spLocks noGrp="1"/>
          </p:cNvSpPr>
          <p:nvPr>
            <p:ph/>
          </p:nvPr>
        </p:nvSpPr>
        <p:spPr>
          <a:xfrm>
            <a:off x="7478280" y="1925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60" name="PlaceHolder 4"/>
          <p:cNvSpPr>
            <a:spLocks noGrp="1"/>
          </p:cNvSpPr>
          <p:nvPr>
            <p:ph/>
          </p:nvPr>
        </p:nvSpPr>
        <p:spPr>
          <a:xfrm>
            <a:off x="7478280" y="4418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62" name="PlaceHolder 2"/>
          <p:cNvSpPr>
            <a:spLocks noGrp="1"/>
          </p:cNvSpPr>
          <p:nvPr>
            <p:ph/>
          </p:nvPr>
        </p:nvSpPr>
        <p:spPr>
          <a:xfrm>
            <a:off x="731520" y="1925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63" name="PlaceHolder 3"/>
          <p:cNvSpPr>
            <a:spLocks noGrp="1"/>
          </p:cNvSpPr>
          <p:nvPr>
            <p:ph/>
          </p:nvPr>
        </p:nvSpPr>
        <p:spPr>
          <a:xfrm>
            <a:off x="7478280" y="1925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64" name="PlaceHolder 4"/>
          <p:cNvSpPr>
            <a:spLocks noGrp="1"/>
          </p:cNvSpPr>
          <p:nvPr>
            <p:ph/>
          </p:nvPr>
        </p:nvSpPr>
        <p:spPr>
          <a:xfrm>
            <a:off x="731520" y="4418640"/>
            <a:ext cx="1316700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66" name="PlaceHolder 2"/>
          <p:cNvSpPr>
            <a:spLocks noGrp="1"/>
          </p:cNvSpPr>
          <p:nvPr>
            <p:ph/>
          </p:nvPr>
        </p:nvSpPr>
        <p:spPr>
          <a:xfrm>
            <a:off x="731520" y="1925640"/>
            <a:ext cx="1316700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67" name="PlaceHolder 3"/>
          <p:cNvSpPr>
            <a:spLocks noGrp="1"/>
          </p:cNvSpPr>
          <p:nvPr>
            <p:ph/>
          </p:nvPr>
        </p:nvSpPr>
        <p:spPr>
          <a:xfrm>
            <a:off x="731520" y="4418640"/>
            <a:ext cx="1316700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68"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69" name="PlaceHolder 2"/>
          <p:cNvSpPr>
            <a:spLocks noGrp="1"/>
          </p:cNvSpPr>
          <p:nvPr>
            <p:ph/>
          </p:nvPr>
        </p:nvSpPr>
        <p:spPr>
          <a:xfrm>
            <a:off x="731520" y="1925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70" name="PlaceHolder 3"/>
          <p:cNvSpPr>
            <a:spLocks noGrp="1"/>
          </p:cNvSpPr>
          <p:nvPr>
            <p:ph/>
          </p:nvPr>
        </p:nvSpPr>
        <p:spPr>
          <a:xfrm>
            <a:off x="7478280" y="1925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71" name="PlaceHolder 4"/>
          <p:cNvSpPr>
            <a:spLocks noGrp="1"/>
          </p:cNvSpPr>
          <p:nvPr>
            <p:ph/>
          </p:nvPr>
        </p:nvSpPr>
        <p:spPr>
          <a:xfrm>
            <a:off x="731520" y="4418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72" name="PlaceHolder 5"/>
          <p:cNvSpPr>
            <a:spLocks noGrp="1"/>
          </p:cNvSpPr>
          <p:nvPr>
            <p:ph/>
          </p:nvPr>
        </p:nvSpPr>
        <p:spPr>
          <a:xfrm>
            <a:off x="7478280" y="4418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3"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74" name="PlaceHolder 2"/>
          <p:cNvSpPr>
            <a:spLocks noGrp="1"/>
          </p:cNvSpPr>
          <p:nvPr>
            <p:ph/>
          </p:nvPr>
        </p:nvSpPr>
        <p:spPr>
          <a:xfrm>
            <a:off x="731520" y="1925640"/>
            <a:ext cx="423936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75" name="PlaceHolder 3"/>
          <p:cNvSpPr>
            <a:spLocks noGrp="1"/>
          </p:cNvSpPr>
          <p:nvPr>
            <p:ph/>
          </p:nvPr>
        </p:nvSpPr>
        <p:spPr>
          <a:xfrm>
            <a:off x="5183280" y="1925640"/>
            <a:ext cx="423936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76" name="PlaceHolder 4"/>
          <p:cNvSpPr>
            <a:spLocks noGrp="1"/>
          </p:cNvSpPr>
          <p:nvPr>
            <p:ph/>
          </p:nvPr>
        </p:nvSpPr>
        <p:spPr>
          <a:xfrm>
            <a:off x="9635040" y="1925640"/>
            <a:ext cx="423936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77" name="PlaceHolder 5"/>
          <p:cNvSpPr>
            <a:spLocks noGrp="1"/>
          </p:cNvSpPr>
          <p:nvPr>
            <p:ph/>
          </p:nvPr>
        </p:nvSpPr>
        <p:spPr>
          <a:xfrm>
            <a:off x="731520" y="4418640"/>
            <a:ext cx="423936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78" name="PlaceHolder 6"/>
          <p:cNvSpPr>
            <a:spLocks noGrp="1"/>
          </p:cNvSpPr>
          <p:nvPr>
            <p:ph/>
          </p:nvPr>
        </p:nvSpPr>
        <p:spPr>
          <a:xfrm>
            <a:off x="5183280" y="4418640"/>
            <a:ext cx="423936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79" name="PlaceHolder 7"/>
          <p:cNvSpPr>
            <a:spLocks noGrp="1"/>
          </p:cNvSpPr>
          <p:nvPr>
            <p:ph/>
          </p:nvPr>
        </p:nvSpPr>
        <p:spPr>
          <a:xfrm>
            <a:off x="9635040" y="4418640"/>
            <a:ext cx="423936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84"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85" name="PlaceHolder 2"/>
          <p:cNvSpPr>
            <a:spLocks noGrp="1"/>
          </p:cNvSpPr>
          <p:nvPr>
            <p:ph type="subTitle"/>
          </p:nvPr>
        </p:nvSpPr>
        <p:spPr>
          <a:xfrm>
            <a:off x="731520" y="1925640"/>
            <a:ext cx="13167000" cy="4772520"/>
          </a:xfrm>
          <a:prstGeom prst="rect">
            <a:avLst/>
          </a:prstGeom>
          <a:noFill/>
          <a:ln w="0">
            <a:noFill/>
          </a:ln>
        </p:spPr>
        <p:txBody>
          <a:bodyPr lIns="0" rIns="0" tIns="0" bIns="0" anchor="ctr">
            <a:noAutofit/>
          </a:bodyPr>
          <a:p>
            <a:pPr algn="ctr">
              <a:buNone/>
            </a:pPr>
            <a:endParaRPr b="0" lang="en-IN" sz="3200" spc="-1" strike="noStrike">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86"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87" name="PlaceHolder 2"/>
          <p:cNvSpPr>
            <a:spLocks noGrp="1"/>
          </p:cNvSpPr>
          <p:nvPr>
            <p:ph/>
          </p:nvPr>
        </p:nvSpPr>
        <p:spPr>
          <a:xfrm>
            <a:off x="731520" y="1925640"/>
            <a:ext cx="13167000" cy="47725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88"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89" name="PlaceHolder 2"/>
          <p:cNvSpPr>
            <a:spLocks noGrp="1"/>
          </p:cNvSpPr>
          <p:nvPr>
            <p:ph/>
          </p:nvPr>
        </p:nvSpPr>
        <p:spPr>
          <a:xfrm>
            <a:off x="731520" y="1925640"/>
            <a:ext cx="6425280" cy="47725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90" name="PlaceHolder 3"/>
          <p:cNvSpPr>
            <a:spLocks noGrp="1"/>
          </p:cNvSpPr>
          <p:nvPr>
            <p:ph/>
          </p:nvPr>
        </p:nvSpPr>
        <p:spPr>
          <a:xfrm>
            <a:off x="7478280" y="1925640"/>
            <a:ext cx="6425280" cy="47725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1"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92" name="PlaceHolder 1"/>
          <p:cNvSpPr>
            <a:spLocks noGrp="1"/>
          </p:cNvSpPr>
          <p:nvPr>
            <p:ph type="subTitle"/>
          </p:nvPr>
        </p:nvSpPr>
        <p:spPr>
          <a:xfrm>
            <a:off x="731520" y="328320"/>
            <a:ext cx="13167000" cy="6369120"/>
          </a:xfrm>
          <a:prstGeom prst="rect">
            <a:avLst/>
          </a:prstGeom>
          <a:noFill/>
          <a:ln w="0">
            <a:noFill/>
          </a:ln>
        </p:spPr>
        <p:txBody>
          <a:bodyPr lIns="0" rIns="0" tIns="0" bIns="0" anchor="ctr">
            <a:noAutofit/>
          </a:bodyPr>
          <a:p>
            <a:pPr algn="ctr">
              <a:buNone/>
            </a:pPr>
            <a:endParaRPr b="0" lang="en-IN" sz="3200" spc="-1" strike="noStrike">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93"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94" name="PlaceHolder 2"/>
          <p:cNvSpPr>
            <a:spLocks noGrp="1"/>
          </p:cNvSpPr>
          <p:nvPr>
            <p:ph/>
          </p:nvPr>
        </p:nvSpPr>
        <p:spPr>
          <a:xfrm>
            <a:off x="731520" y="1925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95" name="PlaceHolder 3"/>
          <p:cNvSpPr>
            <a:spLocks noGrp="1"/>
          </p:cNvSpPr>
          <p:nvPr>
            <p:ph/>
          </p:nvPr>
        </p:nvSpPr>
        <p:spPr>
          <a:xfrm>
            <a:off x="7478280" y="1925640"/>
            <a:ext cx="6425280" cy="47725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96" name="PlaceHolder 4"/>
          <p:cNvSpPr>
            <a:spLocks noGrp="1"/>
          </p:cNvSpPr>
          <p:nvPr>
            <p:ph/>
          </p:nvPr>
        </p:nvSpPr>
        <p:spPr>
          <a:xfrm>
            <a:off x="731520" y="4418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97"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98" name="PlaceHolder 2"/>
          <p:cNvSpPr>
            <a:spLocks noGrp="1"/>
          </p:cNvSpPr>
          <p:nvPr>
            <p:ph/>
          </p:nvPr>
        </p:nvSpPr>
        <p:spPr>
          <a:xfrm>
            <a:off x="731520" y="1925640"/>
            <a:ext cx="6425280" cy="47725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99" name="PlaceHolder 3"/>
          <p:cNvSpPr>
            <a:spLocks noGrp="1"/>
          </p:cNvSpPr>
          <p:nvPr>
            <p:ph/>
          </p:nvPr>
        </p:nvSpPr>
        <p:spPr>
          <a:xfrm>
            <a:off x="7478280" y="1925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100" name="PlaceHolder 4"/>
          <p:cNvSpPr>
            <a:spLocks noGrp="1"/>
          </p:cNvSpPr>
          <p:nvPr>
            <p:ph/>
          </p:nvPr>
        </p:nvSpPr>
        <p:spPr>
          <a:xfrm>
            <a:off x="7478280" y="4418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01"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102" name="PlaceHolder 2"/>
          <p:cNvSpPr>
            <a:spLocks noGrp="1"/>
          </p:cNvSpPr>
          <p:nvPr>
            <p:ph/>
          </p:nvPr>
        </p:nvSpPr>
        <p:spPr>
          <a:xfrm>
            <a:off x="731520" y="1925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103" name="PlaceHolder 3"/>
          <p:cNvSpPr>
            <a:spLocks noGrp="1"/>
          </p:cNvSpPr>
          <p:nvPr>
            <p:ph/>
          </p:nvPr>
        </p:nvSpPr>
        <p:spPr>
          <a:xfrm>
            <a:off x="7478280" y="1925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104" name="PlaceHolder 4"/>
          <p:cNvSpPr>
            <a:spLocks noGrp="1"/>
          </p:cNvSpPr>
          <p:nvPr>
            <p:ph/>
          </p:nvPr>
        </p:nvSpPr>
        <p:spPr>
          <a:xfrm>
            <a:off x="731520" y="4418640"/>
            <a:ext cx="1316700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05"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106" name="PlaceHolder 2"/>
          <p:cNvSpPr>
            <a:spLocks noGrp="1"/>
          </p:cNvSpPr>
          <p:nvPr>
            <p:ph/>
          </p:nvPr>
        </p:nvSpPr>
        <p:spPr>
          <a:xfrm>
            <a:off x="731520" y="1925640"/>
            <a:ext cx="1316700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107" name="PlaceHolder 3"/>
          <p:cNvSpPr>
            <a:spLocks noGrp="1"/>
          </p:cNvSpPr>
          <p:nvPr>
            <p:ph/>
          </p:nvPr>
        </p:nvSpPr>
        <p:spPr>
          <a:xfrm>
            <a:off x="731520" y="4418640"/>
            <a:ext cx="1316700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08"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109" name="PlaceHolder 2"/>
          <p:cNvSpPr>
            <a:spLocks noGrp="1"/>
          </p:cNvSpPr>
          <p:nvPr>
            <p:ph/>
          </p:nvPr>
        </p:nvSpPr>
        <p:spPr>
          <a:xfrm>
            <a:off x="731520" y="1925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110" name="PlaceHolder 3"/>
          <p:cNvSpPr>
            <a:spLocks noGrp="1"/>
          </p:cNvSpPr>
          <p:nvPr>
            <p:ph/>
          </p:nvPr>
        </p:nvSpPr>
        <p:spPr>
          <a:xfrm>
            <a:off x="7478280" y="1925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111" name="PlaceHolder 4"/>
          <p:cNvSpPr>
            <a:spLocks noGrp="1"/>
          </p:cNvSpPr>
          <p:nvPr>
            <p:ph/>
          </p:nvPr>
        </p:nvSpPr>
        <p:spPr>
          <a:xfrm>
            <a:off x="731520" y="4418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112" name="PlaceHolder 5"/>
          <p:cNvSpPr>
            <a:spLocks noGrp="1"/>
          </p:cNvSpPr>
          <p:nvPr>
            <p:ph/>
          </p:nvPr>
        </p:nvSpPr>
        <p:spPr>
          <a:xfrm>
            <a:off x="7478280" y="4418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13"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114" name="PlaceHolder 2"/>
          <p:cNvSpPr>
            <a:spLocks noGrp="1"/>
          </p:cNvSpPr>
          <p:nvPr>
            <p:ph/>
          </p:nvPr>
        </p:nvSpPr>
        <p:spPr>
          <a:xfrm>
            <a:off x="731520" y="1925640"/>
            <a:ext cx="423936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115" name="PlaceHolder 3"/>
          <p:cNvSpPr>
            <a:spLocks noGrp="1"/>
          </p:cNvSpPr>
          <p:nvPr>
            <p:ph/>
          </p:nvPr>
        </p:nvSpPr>
        <p:spPr>
          <a:xfrm>
            <a:off x="5183280" y="1925640"/>
            <a:ext cx="423936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116" name="PlaceHolder 4"/>
          <p:cNvSpPr>
            <a:spLocks noGrp="1"/>
          </p:cNvSpPr>
          <p:nvPr>
            <p:ph/>
          </p:nvPr>
        </p:nvSpPr>
        <p:spPr>
          <a:xfrm>
            <a:off x="9635040" y="1925640"/>
            <a:ext cx="423936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117" name="PlaceHolder 5"/>
          <p:cNvSpPr>
            <a:spLocks noGrp="1"/>
          </p:cNvSpPr>
          <p:nvPr>
            <p:ph/>
          </p:nvPr>
        </p:nvSpPr>
        <p:spPr>
          <a:xfrm>
            <a:off x="731520" y="4418640"/>
            <a:ext cx="423936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118" name="PlaceHolder 6"/>
          <p:cNvSpPr>
            <a:spLocks noGrp="1"/>
          </p:cNvSpPr>
          <p:nvPr>
            <p:ph/>
          </p:nvPr>
        </p:nvSpPr>
        <p:spPr>
          <a:xfrm>
            <a:off x="5183280" y="4418640"/>
            <a:ext cx="423936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119" name="PlaceHolder 7"/>
          <p:cNvSpPr>
            <a:spLocks noGrp="1"/>
          </p:cNvSpPr>
          <p:nvPr>
            <p:ph/>
          </p:nvPr>
        </p:nvSpPr>
        <p:spPr>
          <a:xfrm>
            <a:off x="9635040" y="4418640"/>
            <a:ext cx="423936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24"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125" name="PlaceHolder 2"/>
          <p:cNvSpPr>
            <a:spLocks noGrp="1"/>
          </p:cNvSpPr>
          <p:nvPr>
            <p:ph type="subTitle"/>
          </p:nvPr>
        </p:nvSpPr>
        <p:spPr>
          <a:xfrm>
            <a:off x="731520" y="1925640"/>
            <a:ext cx="13167000" cy="4772520"/>
          </a:xfrm>
          <a:prstGeom prst="rect">
            <a:avLst/>
          </a:prstGeom>
          <a:noFill/>
          <a:ln w="0">
            <a:noFill/>
          </a:ln>
        </p:spPr>
        <p:txBody>
          <a:bodyPr lIns="0" rIns="0" tIns="0" bIns="0" anchor="ctr">
            <a:noAutofit/>
          </a:bodyPr>
          <a:p>
            <a:pPr algn="ctr">
              <a:buNone/>
            </a:pPr>
            <a:endParaRPr b="0" lang="en-IN" sz="3200" spc="-1" strike="noStrike">
              <a:latin typeface="Arial"/>
            </a:endParaRP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26"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127" name="PlaceHolder 2"/>
          <p:cNvSpPr>
            <a:spLocks noGrp="1"/>
          </p:cNvSpPr>
          <p:nvPr>
            <p:ph/>
          </p:nvPr>
        </p:nvSpPr>
        <p:spPr>
          <a:xfrm>
            <a:off x="731520" y="1925640"/>
            <a:ext cx="13167000" cy="47725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28"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129" name="PlaceHolder 2"/>
          <p:cNvSpPr>
            <a:spLocks noGrp="1"/>
          </p:cNvSpPr>
          <p:nvPr>
            <p:ph/>
          </p:nvPr>
        </p:nvSpPr>
        <p:spPr>
          <a:xfrm>
            <a:off x="731520" y="1925640"/>
            <a:ext cx="6425280" cy="47725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130" name="PlaceHolder 3"/>
          <p:cNvSpPr>
            <a:spLocks noGrp="1"/>
          </p:cNvSpPr>
          <p:nvPr>
            <p:ph/>
          </p:nvPr>
        </p:nvSpPr>
        <p:spPr>
          <a:xfrm>
            <a:off x="7478280" y="1925640"/>
            <a:ext cx="6425280" cy="47725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31"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2" name="PlaceHolder 1"/>
          <p:cNvSpPr>
            <a:spLocks noGrp="1"/>
          </p:cNvSpPr>
          <p:nvPr>
            <p:ph type="subTitle"/>
          </p:nvPr>
        </p:nvSpPr>
        <p:spPr>
          <a:xfrm>
            <a:off x="731520" y="328320"/>
            <a:ext cx="13167000" cy="6369120"/>
          </a:xfrm>
          <a:prstGeom prst="rect">
            <a:avLst/>
          </a:prstGeom>
          <a:noFill/>
          <a:ln w="0">
            <a:noFill/>
          </a:ln>
        </p:spPr>
        <p:txBody>
          <a:bodyPr lIns="0" rIns="0" tIns="0" bIns="0" anchor="ctr">
            <a:noAutofit/>
          </a:bodyPr>
          <a:p>
            <a:pPr algn="ctr">
              <a:buNone/>
            </a:pPr>
            <a:endParaRPr b="0" lang="en-IN" sz="3200" spc="-1" strike="noStrike">
              <a:latin typeface="Arial"/>
            </a:endParaRP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33"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134" name="PlaceHolder 2"/>
          <p:cNvSpPr>
            <a:spLocks noGrp="1"/>
          </p:cNvSpPr>
          <p:nvPr>
            <p:ph/>
          </p:nvPr>
        </p:nvSpPr>
        <p:spPr>
          <a:xfrm>
            <a:off x="731520" y="1925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135" name="PlaceHolder 3"/>
          <p:cNvSpPr>
            <a:spLocks noGrp="1"/>
          </p:cNvSpPr>
          <p:nvPr>
            <p:ph/>
          </p:nvPr>
        </p:nvSpPr>
        <p:spPr>
          <a:xfrm>
            <a:off x="7478280" y="1925640"/>
            <a:ext cx="6425280" cy="47725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136" name="PlaceHolder 4"/>
          <p:cNvSpPr>
            <a:spLocks noGrp="1"/>
          </p:cNvSpPr>
          <p:nvPr>
            <p:ph/>
          </p:nvPr>
        </p:nvSpPr>
        <p:spPr>
          <a:xfrm>
            <a:off x="731520" y="4418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37"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138" name="PlaceHolder 2"/>
          <p:cNvSpPr>
            <a:spLocks noGrp="1"/>
          </p:cNvSpPr>
          <p:nvPr>
            <p:ph/>
          </p:nvPr>
        </p:nvSpPr>
        <p:spPr>
          <a:xfrm>
            <a:off x="731520" y="1925640"/>
            <a:ext cx="6425280" cy="47725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139" name="PlaceHolder 3"/>
          <p:cNvSpPr>
            <a:spLocks noGrp="1"/>
          </p:cNvSpPr>
          <p:nvPr>
            <p:ph/>
          </p:nvPr>
        </p:nvSpPr>
        <p:spPr>
          <a:xfrm>
            <a:off x="7478280" y="1925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140" name="PlaceHolder 4"/>
          <p:cNvSpPr>
            <a:spLocks noGrp="1"/>
          </p:cNvSpPr>
          <p:nvPr>
            <p:ph/>
          </p:nvPr>
        </p:nvSpPr>
        <p:spPr>
          <a:xfrm>
            <a:off x="7478280" y="4418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41"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142" name="PlaceHolder 2"/>
          <p:cNvSpPr>
            <a:spLocks noGrp="1"/>
          </p:cNvSpPr>
          <p:nvPr>
            <p:ph/>
          </p:nvPr>
        </p:nvSpPr>
        <p:spPr>
          <a:xfrm>
            <a:off x="731520" y="1925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143" name="PlaceHolder 3"/>
          <p:cNvSpPr>
            <a:spLocks noGrp="1"/>
          </p:cNvSpPr>
          <p:nvPr>
            <p:ph/>
          </p:nvPr>
        </p:nvSpPr>
        <p:spPr>
          <a:xfrm>
            <a:off x="7478280" y="1925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144" name="PlaceHolder 4"/>
          <p:cNvSpPr>
            <a:spLocks noGrp="1"/>
          </p:cNvSpPr>
          <p:nvPr>
            <p:ph/>
          </p:nvPr>
        </p:nvSpPr>
        <p:spPr>
          <a:xfrm>
            <a:off x="731520" y="4418640"/>
            <a:ext cx="1316700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45"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146" name="PlaceHolder 2"/>
          <p:cNvSpPr>
            <a:spLocks noGrp="1"/>
          </p:cNvSpPr>
          <p:nvPr>
            <p:ph/>
          </p:nvPr>
        </p:nvSpPr>
        <p:spPr>
          <a:xfrm>
            <a:off x="731520" y="1925640"/>
            <a:ext cx="1316700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147" name="PlaceHolder 3"/>
          <p:cNvSpPr>
            <a:spLocks noGrp="1"/>
          </p:cNvSpPr>
          <p:nvPr>
            <p:ph/>
          </p:nvPr>
        </p:nvSpPr>
        <p:spPr>
          <a:xfrm>
            <a:off x="731520" y="4418640"/>
            <a:ext cx="1316700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48"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149" name="PlaceHolder 2"/>
          <p:cNvSpPr>
            <a:spLocks noGrp="1"/>
          </p:cNvSpPr>
          <p:nvPr>
            <p:ph/>
          </p:nvPr>
        </p:nvSpPr>
        <p:spPr>
          <a:xfrm>
            <a:off x="731520" y="1925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150" name="PlaceHolder 3"/>
          <p:cNvSpPr>
            <a:spLocks noGrp="1"/>
          </p:cNvSpPr>
          <p:nvPr>
            <p:ph/>
          </p:nvPr>
        </p:nvSpPr>
        <p:spPr>
          <a:xfrm>
            <a:off x="7478280" y="1925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151" name="PlaceHolder 4"/>
          <p:cNvSpPr>
            <a:spLocks noGrp="1"/>
          </p:cNvSpPr>
          <p:nvPr>
            <p:ph/>
          </p:nvPr>
        </p:nvSpPr>
        <p:spPr>
          <a:xfrm>
            <a:off x="731520" y="4418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152" name="PlaceHolder 5"/>
          <p:cNvSpPr>
            <a:spLocks noGrp="1"/>
          </p:cNvSpPr>
          <p:nvPr>
            <p:ph/>
          </p:nvPr>
        </p:nvSpPr>
        <p:spPr>
          <a:xfrm>
            <a:off x="7478280" y="4418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53"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154" name="PlaceHolder 2"/>
          <p:cNvSpPr>
            <a:spLocks noGrp="1"/>
          </p:cNvSpPr>
          <p:nvPr>
            <p:ph/>
          </p:nvPr>
        </p:nvSpPr>
        <p:spPr>
          <a:xfrm>
            <a:off x="731520" y="1925640"/>
            <a:ext cx="423936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155" name="PlaceHolder 3"/>
          <p:cNvSpPr>
            <a:spLocks noGrp="1"/>
          </p:cNvSpPr>
          <p:nvPr>
            <p:ph/>
          </p:nvPr>
        </p:nvSpPr>
        <p:spPr>
          <a:xfrm>
            <a:off x="5183280" y="1925640"/>
            <a:ext cx="423936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156" name="PlaceHolder 4"/>
          <p:cNvSpPr>
            <a:spLocks noGrp="1"/>
          </p:cNvSpPr>
          <p:nvPr>
            <p:ph/>
          </p:nvPr>
        </p:nvSpPr>
        <p:spPr>
          <a:xfrm>
            <a:off x="9635040" y="1925640"/>
            <a:ext cx="423936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157" name="PlaceHolder 5"/>
          <p:cNvSpPr>
            <a:spLocks noGrp="1"/>
          </p:cNvSpPr>
          <p:nvPr>
            <p:ph/>
          </p:nvPr>
        </p:nvSpPr>
        <p:spPr>
          <a:xfrm>
            <a:off x="731520" y="4418640"/>
            <a:ext cx="423936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158" name="PlaceHolder 6"/>
          <p:cNvSpPr>
            <a:spLocks noGrp="1"/>
          </p:cNvSpPr>
          <p:nvPr>
            <p:ph/>
          </p:nvPr>
        </p:nvSpPr>
        <p:spPr>
          <a:xfrm>
            <a:off x="5183280" y="4418640"/>
            <a:ext cx="423936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159" name="PlaceHolder 7"/>
          <p:cNvSpPr>
            <a:spLocks noGrp="1"/>
          </p:cNvSpPr>
          <p:nvPr>
            <p:ph/>
          </p:nvPr>
        </p:nvSpPr>
        <p:spPr>
          <a:xfrm>
            <a:off x="9635040" y="4418640"/>
            <a:ext cx="423936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64"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165" name="PlaceHolder 2"/>
          <p:cNvSpPr>
            <a:spLocks noGrp="1"/>
          </p:cNvSpPr>
          <p:nvPr>
            <p:ph type="subTitle"/>
          </p:nvPr>
        </p:nvSpPr>
        <p:spPr>
          <a:xfrm>
            <a:off x="731520" y="1925640"/>
            <a:ext cx="13167000" cy="4772520"/>
          </a:xfrm>
          <a:prstGeom prst="rect">
            <a:avLst/>
          </a:prstGeom>
          <a:noFill/>
          <a:ln w="0">
            <a:noFill/>
          </a:ln>
        </p:spPr>
        <p:txBody>
          <a:bodyPr lIns="0" rIns="0" tIns="0" bIns="0" anchor="ctr">
            <a:noAutofit/>
          </a:bodyPr>
          <a:p>
            <a:pPr algn="ctr">
              <a:buNone/>
            </a:pPr>
            <a:endParaRPr b="0" lang="en-IN" sz="3200" spc="-1" strike="noStrike">
              <a:latin typeface="Arial"/>
            </a:endParaRP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66"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167" name="PlaceHolder 2"/>
          <p:cNvSpPr>
            <a:spLocks noGrp="1"/>
          </p:cNvSpPr>
          <p:nvPr>
            <p:ph/>
          </p:nvPr>
        </p:nvSpPr>
        <p:spPr>
          <a:xfrm>
            <a:off x="731520" y="1925640"/>
            <a:ext cx="13167000" cy="47725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68"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169" name="PlaceHolder 2"/>
          <p:cNvSpPr>
            <a:spLocks noGrp="1"/>
          </p:cNvSpPr>
          <p:nvPr>
            <p:ph/>
          </p:nvPr>
        </p:nvSpPr>
        <p:spPr>
          <a:xfrm>
            <a:off x="731520" y="1925640"/>
            <a:ext cx="6425280" cy="47725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170" name="PlaceHolder 3"/>
          <p:cNvSpPr>
            <a:spLocks noGrp="1"/>
          </p:cNvSpPr>
          <p:nvPr>
            <p:ph/>
          </p:nvPr>
        </p:nvSpPr>
        <p:spPr>
          <a:xfrm>
            <a:off x="7478280" y="1925640"/>
            <a:ext cx="6425280" cy="47725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71"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72" name="PlaceHolder 1"/>
          <p:cNvSpPr>
            <a:spLocks noGrp="1"/>
          </p:cNvSpPr>
          <p:nvPr>
            <p:ph type="subTitle"/>
          </p:nvPr>
        </p:nvSpPr>
        <p:spPr>
          <a:xfrm>
            <a:off x="731520" y="328320"/>
            <a:ext cx="13167000" cy="6369120"/>
          </a:xfrm>
          <a:prstGeom prst="rect">
            <a:avLst/>
          </a:prstGeom>
          <a:noFill/>
          <a:ln w="0">
            <a:noFill/>
          </a:ln>
        </p:spPr>
        <p:txBody>
          <a:bodyPr lIns="0" rIns="0" tIns="0" bIns="0" anchor="ctr">
            <a:noAutofit/>
          </a:bodyPr>
          <a:p>
            <a:pPr algn="ctr">
              <a:buNone/>
            </a:pPr>
            <a:endParaRPr b="0" lang="en-IN" sz="3200" spc="-1" strike="noStrike">
              <a:latin typeface="Arial"/>
            </a:endParaRPr>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73"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174" name="PlaceHolder 2"/>
          <p:cNvSpPr>
            <a:spLocks noGrp="1"/>
          </p:cNvSpPr>
          <p:nvPr>
            <p:ph/>
          </p:nvPr>
        </p:nvSpPr>
        <p:spPr>
          <a:xfrm>
            <a:off x="731520" y="1925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175" name="PlaceHolder 3"/>
          <p:cNvSpPr>
            <a:spLocks noGrp="1"/>
          </p:cNvSpPr>
          <p:nvPr>
            <p:ph/>
          </p:nvPr>
        </p:nvSpPr>
        <p:spPr>
          <a:xfrm>
            <a:off x="7478280" y="1925640"/>
            <a:ext cx="6425280" cy="47725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176" name="PlaceHolder 4"/>
          <p:cNvSpPr>
            <a:spLocks noGrp="1"/>
          </p:cNvSpPr>
          <p:nvPr>
            <p:ph/>
          </p:nvPr>
        </p:nvSpPr>
        <p:spPr>
          <a:xfrm>
            <a:off x="731520" y="4418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77"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178" name="PlaceHolder 2"/>
          <p:cNvSpPr>
            <a:spLocks noGrp="1"/>
          </p:cNvSpPr>
          <p:nvPr>
            <p:ph/>
          </p:nvPr>
        </p:nvSpPr>
        <p:spPr>
          <a:xfrm>
            <a:off x="731520" y="1925640"/>
            <a:ext cx="6425280" cy="47725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179" name="PlaceHolder 3"/>
          <p:cNvSpPr>
            <a:spLocks noGrp="1"/>
          </p:cNvSpPr>
          <p:nvPr>
            <p:ph/>
          </p:nvPr>
        </p:nvSpPr>
        <p:spPr>
          <a:xfrm>
            <a:off x="7478280" y="1925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180" name="PlaceHolder 4"/>
          <p:cNvSpPr>
            <a:spLocks noGrp="1"/>
          </p:cNvSpPr>
          <p:nvPr>
            <p:ph/>
          </p:nvPr>
        </p:nvSpPr>
        <p:spPr>
          <a:xfrm>
            <a:off x="7478280" y="4418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81"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182" name="PlaceHolder 2"/>
          <p:cNvSpPr>
            <a:spLocks noGrp="1"/>
          </p:cNvSpPr>
          <p:nvPr>
            <p:ph/>
          </p:nvPr>
        </p:nvSpPr>
        <p:spPr>
          <a:xfrm>
            <a:off x="731520" y="1925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183" name="PlaceHolder 3"/>
          <p:cNvSpPr>
            <a:spLocks noGrp="1"/>
          </p:cNvSpPr>
          <p:nvPr>
            <p:ph/>
          </p:nvPr>
        </p:nvSpPr>
        <p:spPr>
          <a:xfrm>
            <a:off x="7478280" y="1925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184" name="PlaceHolder 4"/>
          <p:cNvSpPr>
            <a:spLocks noGrp="1"/>
          </p:cNvSpPr>
          <p:nvPr>
            <p:ph/>
          </p:nvPr>
        </p:nvSpPr>
        <p:spPr>
          <a:xfrm>
            <a:off x="731520" y="4418640"/>
            <a:ext cx="1316700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85"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186" name="PlaceHolder 2"/>
          <p:cNvSpPr>
            <a:spLocks noGrp="1"/>
          </p:cNvSpPr>
          <p:nvPr>
            <p:ph/>
          </p:nvPr>
        </p:nvSpPr>
        <p:spPr>
          <a:xfrm>
            <a:off x="731520" y="1925640"/>
            <a:ext cx="1316700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187" name="PlaceHolder 3"/>
          <p:cNvSpPr>
            <a:spLocks noGrp="1"/>
          </p:cNvSpPr>
          <p:nvPr>
            <p:ph/>
          </p:nvPr>
        </p:nvSpPr>
        <p:spPr>
          <a:xfrm>
            <a:off x="731520" y="4418640"/>
            <a:ext cx="1316700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88"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189" name="PlaceHolder 2"/>
          <p:cNvSpPr>
            <a:spLocks noGrp="1"/>
          </p:cNvSpPr>
          <p:nvPr>
            <p:ph/>
          </p:nvPr>
        </p:nvSpPr>
        <p:spPr>
          <a:xfrm>
            <a:off x="731520" y="1925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190" name="PlaceHolder 3"/>
          <p:cNvSpPr>
            <a:spLocks noGrp="1"/>
          </p:cNvSpPr>
          <p:nvPr>
            <p:ph/>
          </p:nvPr>
        </p:nvSpPr>
        <p:spPr>
          <a:xfrm>
            <a:off x="7478280" y="1925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191" name="PlaceHolder 4"/>
          <p:cNvSpPr>
            <a:spLocks noGrp="1"/>
          </p:cNvSpPr>
          <p:nvPr>
            <p:ph/>
          </p:nvPr>
        </p:nvSpPr>
        <p:spPr>
          <a:xfrm>
            <a:off x="731520" y="4418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192" name="PlaceHolder 5"/>
          <p:cNvSpPr>
            <a:spLocks noGrp="1"/>
          </p:cNvSpPr>
          <p:nvPr>
            <p:ph/>
          </p:nvPr>
        </p:nvSpPr>
        <p:spPr>
          <a:xfrm>
            <a:off x="7478280" y="4418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93"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194" name="PlaceHolder 2"/>
          <p:cNvSpPr>
            <a:spLocks noGrp="1"/>
          </p:cNvSpPr>
          <p:nvPr>
            <p:ph/>
          </p:nvPr>
        </p:nvSpPr>
        <p:spPr>
          <a:xfrm>
            <a:off x="731520" y="1925640"/>
            <a:ext cx="423936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195" name="PlaceHolder 3"/>
          <p:cNvSpPr>
            <a:spLocks noGrp="1"/>
          </p:cNvSpPr>
          <p:nvPr>
            <p:ph/>
          </p:nvPr>
        </p:nvSpPr>
        <p:spPr>
          <a:xfrm>
            <a:off x="5183280" y="1925640"/>
            <a:ext cx="423936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196" name="PlaceHolder 4"/>
          <p:cNvSpPr>
            <a:spLocks noGrp="1"/>
          </p:cNvSpPr>
          <p:nvPr>
            <p:ph/>
          </p:nvPr>
        </p:nvSpPr>
        <p:spPr>
          <a:xfrm>
            <a:off x="9635040" y="1925640"/>
            <a:ext cx="423936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197" name="PlaceHolder 5"/>
          <p:cNvSpPr>
            <a:spLocks noGrp="1"/>
          </p:cNvSpPr>
          <p:nvPr>
            <p:ph/>
          </p:nvPr>
        </p:nvSpPr>
        <p:spPr>
          <a:xfrm>
            <a:off x="731520" y="4418640"/>
            <a:ext cx="423936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198" name="PlaceHolder 6"/>
          <p:cNvSpPr>
            <a:spLocks noGrp="1"/>
          </p:cNvSpPr>
          <p:nvPr>
            <p:ph/>
          </p:nvPr>
        </p:nvSpPr>
        <p:spPr>
          <a:xfrm>
            <a:off x="5183280" y="4418640"/>
            <a:ext cx="423936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199" name="PlaceHolder 7"/>
          <p:cNvSpPr>
            <a:spLocks noGrp="1"/>
          </p:cNvSpPr>
          <p:nvPr>
            <p:ph/>
          </p:nvPr>
        </p:nvSpPr>
        <p:spPr>
          <a:xfrm>
            <a:off x="9635040" y="4418640"/>
            <a:ext cx="423936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6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6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04"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205" name="PlaceHolder 2"/>
          <p:cNvSpPr>
            <a:spLocks noGrp="1"/>
          </p:cNvSpPr>
          <p:nvPr>
            <p:ph type="subTitle"/>
          </p:nvPr>
        </p:nvSpPr>
        <p:spPr>
          <a:xfrm>
            <a:off x="731520" y="1925640"/>
            <a:ext cx="13167000" cy="4772520"/>
          </a:xfrm>
          <a:prstGeom prst="rect">
            <a:avLst/>
          </a:prstGeom>
          <a:noFill/>
          <a:ln w="0">
            <a:noFill/>
          </a:ln>
        </p:spPr>
        <p:txBody>
          <a:bodyPr lIns="0" rIns="0" tIns="0" bIns="0" anchor="ctr">
            <a:noAutofit/>
          </a:bodyPr>
          <a:p>
            <a:pPr algn="ctr">
              <a:buNone/>
            </a:pPr>
            <a:endParaRPr b="0" lang="en-IN" sz="3200" spc="-1" strike="noStrike">
              <a:latin typeface="Arial"/>
            </a:endParaRPr>
          </a:p>
        </p:txBody>
      </p:sp>
    </p:spTree>
  </p:cSld>
</p:sldLayout>
</file>

<file path=ppt/slideLayouts/slideLayout6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06"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207" name="PlaceHolder 2"/>
          <p:cNvSpPr>
            <a:spLocks noGrp="1"/>
          </p:cNvSpPr>
          <p:nvPr>
            <p:ph/>
          </p:nvPr>
        </p:nvSpPr>
        <p:spPr>
          <a:xfrm>
            <a:off x="731520" y="1925640"/>
            <a:ext cx="13167000" cy="47725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6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08"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209" name="PlaceHolder 2"/>
          <p:cNvSpPr>
            <a:spLocks noGrp="1"/>
          </p:cNvSpPr>
          <p:nvPr>
            <p:ph/>
          </p:nvPr>
        </p:nvSpPr>
        <p:spPr>
          <a:xfrm>
            <a:off x="731520" y="1925640"/>
            <a:ext cx="6425280" cy="47725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210" name="PlaceHolder 3"/>
          <p:cNvSpPr>
            <a:spLocks noGrp="1"/>
          </p:cNvSpPr>
          <p:nvPr>
            <p:ph/>
          </p:nvPr>
        </p:nvSpPr>
        <p:spPr>
          <a:xfrm>
            <a:off x="7478280" y="1925640"/>
            <a:ext cx="6425280" cy="47725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6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11"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Tree>
  </p:cSld>
</p:sldLayout>
</file>

<file path=ppt/slideLayouts/slideLayout6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12" name="PlaceHolder 1"/>
          <p:cNvSpPr>
            <a:spLocks noGrp="1"/>
          </p:cNvSpPr>
          <p:nvPr>
            <p:ph type="subTitle"/>
          </p:nvPr>
        </p:nvSpPr>
        <p:spPr>
          <a:xfrm>
            <a:off x="731520" y="328320"/>
            <a:ext cx="13167000" cy="6369120"/>
          </a:xfrm>
          <a:prstGeom prst="rect">
            <a:avLst/>
          </a:prstGeom>
          <a:noFill/>
          <a:ln w="0">
            <a:noFill/>
          </a:ln>
        </p:spPr>
        <p:txBody>
          <a:bodyPr lIns="0" rIns="0" tIns="0" bIns="0" anchor="ctr">
            <a:noAutofit/>
          </a:bodyPr>
          <a:p>
            <a:pPr algn="ctr">
              <a:buNone/>
            </a:pPr>
            <a:endParaRPr b="0" lang="en-IN" sz="3200" spc="-1" strike="noStrike">
              <a:latin typeface="Arial"/>
            </a:endParaRPr>
          </a:p>
        </p:txBody>
      </p:sp>
    </p:spTree>
  </p:cSld>
</p:sldLayout>
</file>

<file path=ppt/slideLayouts/slideLayout6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13"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214" name="PlaceHolder 2"/>
          <p:cNvSpPr>
            <a:spLocks noGrp="1"/>
          </p:cNvSpPr>
          <p:nvPr>
            <p:ph/>
          </p:nvPr>
        </p:nvSpPr>
        <p:spPr>
          <a:xfrm>
            <a:off x="731520" y="1925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215" name="PlaceHolder 3"/>
          <p:cNvSpPr>
            <a:spLocks noGrp="1"/>
          </p:cNvSpPr>
          <p:nvPr>
            <p:ph/>
          </p:nvPr>
        </p:nvSpPr>
        <p:spPr>
          <a:xfrm>
            <a:off x="7478280" y="1925640"/>
            <a:ext cx="6425280" cy="47725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216" name="PlaceHolder 4"/>
          <p:cNvSpPr>
            <a:spLocks noGrp="1"/>
          </p:cNvSpPr>
          <p:nvPr>
            <p:ph/>
          </p:nvPr>
        </p:nvSpPr>
        <p:spPr>
          <a:xfrm>
            <a:off x="731520" y="4418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6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17"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218" name="PlaceHolder 2"/>
          <p:cNvSpPr>
            <a:spLocks noGrp="1"/>
          </p:cNvSpPr>
          <p:nvPr>
            <p:ph/>
          </p:nvPr>
        </p:nvSpPr>
        <p:spPr>
          <a:xfrm>
            <a:off x="731520" y="1925640"/>
            <a:ext cx="6425280" cy="47725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219" name="PlaceHolder 3"/>
          <p:cNvSpPr>
            <a:spLocks noGrp="1"/>
          </p:cNvSpPr>
          <p:nvPr>
            <p:ph/>
          </p:nvPr>
        </p:nvSpPr>
        <p:spPr>
          <a:xfrm>
            <a:off x="7478280" y="1925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220" name="PlaceHolder 4"/>
          <p:cNvSpPr>
            <a:spLocks noGrp="1"/>
          </p:cNvSpPr>
          <p:nvPr>
            <p:ph/>
          </p:nvPr>
        </p:nvSpPr>
        <p:spPr>
          <a:xfrm>
            <a:off x="7478280" y="4418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6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1"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222" name="PlaceHolder 2"/>
          <p:cNvSpPr>
            <a:spLocks noGrp="1"/>
          </p:cNvSpPr>
          <p:nvPr>
            <p:ph/>
          </p:nvPr>
        </p:nvSpPr>
        <p:spPr>
          <a:xfrm>
            <a:off x="731520" y="1925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223" name="PlaceHolder 3"/>
          <p:cNvSpPr>
            <a:spLocks noGrp="1"/>
          </p:cNvSpPr>
          <p:nvPr>
            <p:ph/>
          </p:nvPr>
        </p:nvSpPr>
        <p:spPr>
          <a:xfrm>
            <a:off x="7478280" y="1925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224" name="PlaceHolder 4"/>
          <p:cNvSpPr>
            <a:spLocks noGrp="1"/>
          </p:cNvSpPr>
          <p:nvPr>
            <p:ph/>
          </p:nvPr>
        </p:nvSpPr>
        <p:spPr>
          <a:xfrm>
            <a:off x="731520" y="4418640"/>
            <a:ext cx="1316700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7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25"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226" name="PlaceHolder 2"/>
          <p:cNvSpPr>
            <a:spLocks noGrp="1"/>
          </p:cNvSpPr>
          <p:nvPr>
            <p:ph/>
          </p:nvPr>
        </p:nvSpPr>
        <p:spPr>
          <a:xfrm>
            <a:off x="731520" y="1925640"/>
            <a:ext cx="1316700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227" name="PlaceHolder 3"/>
          <p:cNvSpPr>
            <a:spLocks noGrp="1"/>
          </p:cNvSpPr>
          <p:nvPr>
            <p:ph/>
          </p:nvPr>
        </p:nvSpPr>
        <p:spPr>
          <a:xfrm>
            <a:off x="731520" y="4418640"/>
            <a:ext cx="1316700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7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28"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229" name="PlaceHolder 2"/>
          <p:cNvSpPr>
            <a:spLocks noGrp="1"/>
          </p:cNvSpPr>
          <p:nvPr>
            <p:ph/>
          </p:nvPr>
        </p:nvSpPr>
        <p:spPr>
          <a:xfrm>
            <a:off x="731520" y="1925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230" name="PlaceHolder 3"/>
          <p:cNvSpPr>
            <a:spLocks noGrp="1"/>
          </p:cNvSpPr>
          <p:nvPr>
            <p:ph/>
          </p:nvPr>
        </p:nvSpPr>
        <p:spPr>
          <a:xfrm>
            <a:off x="7478280" y="1925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231" name="PlaceHolder 4"/>
          <p:cNvSpPr>
            <a:spLocks noGrp="1"/>
          </p:cNvSpPr>
          <p:nvPr>
            <p:ph/>
          </p:nvPr>
        </p:nvSpPr>
        <p:spPr>
          <a:xfrm>
            <a:off x="731520" y="4418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232" name="PlaceHolder 5"/>
          <p:cNvSpPr>
            <a:spLocks noGrp="1"/>
          </p:cNvSpPr>
          <p:nvPr>
            <p:ph/>
          </p:nvPr>
        </p:nvSpPr>
        <p:spPr>
          <a:xfrm>
            <a:off x="7478280" y="4418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7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33"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234" name="PlaceHolder 2"/>
          <p:cNvSpPr>
            <a:spLocks noGrp="1"/>
          </p:cNvSpPr>
          <p:nvPr>
            <p:ph/>
          </p:nvPr>
        </p:nvSpPr>
        <p:spPr>
          <a:xfrm>
            <a:off x="731520" y="1925640"/>
            <a:ext cx="423936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235" name="PlaceHolder 3"/>
          <p:cNvSpPr>
            <a:spLocks noGrp="1"/>
          </p:cNvSpPr>
          <p:nvPr>
            <p:ph/>
          </p:nvPr>
        </p:nvSpPr>
        <p:spPr>
          <a:xfrm>
            <a:off x="5183280" y="1925640"/>
            <a:ext cx="423936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236" name="PlaceHolder 4"/>
          <p:cNvSpPr>
            <a:spLocks noGrp="1"/>
          </p:cNvSpPr>
          <p:nvPr>
            <p:ph/>
          </p:nvPr>
        </p:nvSpPr>
        <p:spPr>
          <a:xfrm>
            <a:off x="9635040" y="1925640"/>
            <a:ext cx="423936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237" name="PlaceHolder 5"/>
          <p:cNvSpPr>
            <a:spLocks noGrp="1"/>
          </p:cNvSpPr>
          <p:nvPr>
            <p:ph/>
          </p:nvPr>
        </p:nvSpPr>
        <p:spPr>
          <a:xfrm>
            <a:off x="731520" y="4418640"/>
            <a:ext cx="423936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238" name="PlaceHolder 6"/>
          <p:cNvSpPr>
            <a:spLocks noGrp="1"/>
          </p:cNvSpPr>
          <p:nvPr>
            <p:ph/>
          </p:nvPr>
        </p:nvSpPr>
        <p:spPr>
          <a:xfrm>
            <a:off x="5183280" y="4418640"/>
            <a:ext cx="423936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239" name="PlaceHolder 7"/>
          <p:cNvSpPr>
            <a:spLocks noGrp="1"/>
          </p:cNvSpPr>
          <p:nvPr>
            <p:ph/>
          </p:nvPr>
        </p:nvSpPr>
        <p:spPr>
          <a:xfrm>
            <a:off x="9635040" y="4418640"/>
            <a:ext cx="423936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7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7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44"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245" name="PlaceHolder 2"/>
          <p:cNvSpPr>
            <a:spLocks noGrp="1"/>
          </p:cNvSpPr>
          <p:nvPr>
            <p:ph type="subTitle"/>
          </p:nvPr>
        </p:nvSpPr>
        <p:spPr>
          <a:xfrm>
            <a:off x="731520" y="1925640"/>
            <a:ext cx="13167000" cy="4772520"/>
          </a:xfrm>
          <a:prstGeom prst="rect">
            <a:avLst/>
          </a:prstGeom>
          <a:noFill/>
          <a:ln w="0">
            <a:noFill/>
          </a:ln>
        </p:spPr>
        <p:txBody>
          <a:bodyPr lIns="0" rIns="0" tIns="0" bIns="0" anchor="ctr">
            <a:noAutofit/>
          </a:bodyPr>
          <a:p>
            <a:pPr algn="ctr">
              <a:buNone/>
            </a:pPr>
            <a:endParaRPr b="0" lang="en-IN" sz="3200" spc="-1" strike="noStrike">
              <a:latin typeface="Arial"/>
            </a:endParaRPr>
          </a:p>
        </p:txBody>
      </p:sp>
    </p:spTree>
  </p:cSld>
</p:sldLayout>
</file>

<file path=ppt/slideLayouts/slideLayout7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46"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247" name="PlaceHolder 2"/>
          <p:cNvSpPr>
            <a:spLocks noGrp="1"/>
          </p:cNvSpPr>
          <p:nvPr>
            <p:ph/>
          </p:nvPr>
        </p:nvSpPr>
        <p:spPr>
          <a:xfrm>
            <a:off x="731520" y="1925640"/>
            <a:ext cx="13167000" cy="47725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7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48"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249" name="PlaceHolder 2"/>
          <p:cNvSpPr>
            <a:spLocks noGrp="1"/>
          </p:cNvSpPr>
          <p:nvPr>
            <p:ph/>
          </p:nvPr>
        </p:nvSpPr>
        <p:spPr>
          <a:xfrm>
            <a:off x="731520" y="1925640"/>
            <a:ext cx="6425280" cy="47725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250" name="PlaceHolder 3"/>
          <p:cNvSpPr>
            <a:spLocks noGrp="1"/>
          </p:cNvSpPr>
          <p:nvPr>
            <p:ph/>
          </p:nvPr>
        </p:nvSpPr>
        <p:spPr>
          <a:xfrm>
            <a:off x="7478280" y="1925640"/>
            <a:ext cx="6425280" cy="47725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7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51"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Tree>
  </p:cSld>
</p:sldLayout>
</file>

<file path=ppt/slideLayouts/slideLayout7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52" name="PlaceHolder 1"/>
          <p:cNvSpPr>
            <a:spLocks noGrp="1"/>
          </p:cNvSpPr>
          <p:nvPr>
            <p:ph type="subTitle"/>
          </p:nvPr>
        </p:nvSpPr>
        <p:spPr>
          <a:xfrm>
            <a:off x="731520" y="328320"/>
            <a:ext cx="13167000" cy="6369120"/>
          </a:xfrm>
          <a:prstGeom prst="rect">
            <a:avLst/>
          </a:prstGeom>
          <a:noFill/>
          <a:ln w="0">
            <a:noFill/>
          </a:ln>
        </p:spPr>
        <p:txBody>
          <a:bodyPr lIns="0" rIns="0" tIns="0" bIns="0" anchor="ctr">
            <a:noAutofit/>
          </a:bodyPr>
          <a:p>
            <a:pPr algn="ctr">
              <a:buNone/>
            </a:pPr>
            <a:endParaRPr b="0" lang="en-IN" sz="3200" spc="-1" strike="noStrike">
              <a:latin typeface="Arial"/>
            </a:endParaRPr>
          </a:p>
        </p:txBody>
      </p:sp>
    </p:spTree>
  </p:cSld>
</p:sldLayout>
</file>

<file path=ppt/slideLayouts/slideLayout7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53"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254" name="PlaceHolder 2"/>
          <p:cNvSpPr>
            <a:spLocks noGrp="1"/>
          </p:cNvSpPr>
          <p:nvPr>
            <p:ph/>
          </p:nvPr>
        </p:nvSpPr>
        <p:spPr>
          <a:xfrm>
            <a:off x="731520" y="1925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255" name="PlaceHolder 3"/>
          <p:cNvSpPr>
            <a:spLocks noGrp="1"/>
          </p:cNvSpPr>
          <p:nvPr>
            <p:ph/>
          </p:nvPr>
        </p:nvSpPr>
        <p:spPr>
          <a:xfrm>
            <a:off x="7478280" y="1925640"/>
            <a:ext cx="6425280" cy="47725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256" name="PlaceHolder 4"/>
          <p:cNvSpPr>
            <a:spLocks noGrp="1"/>
          </p:cNvSpPr>
          <p:nvPr>
            <p:ph/>
          </p:nvPr>
        </p:nvSpPr>
        <p:spPr>
          <a:xfrm>
            <a:off x="731520" y="4418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8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57"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258" name="PlaceHolder 2"/>
          <p:cNvSpPr>
            <a:spLocks noGrp="1"/>
          </p:cNvSpPr>
          <p:nvPr>
            <p:ph/>
          </p:nvPr>
        </p:nvSpPr>
        <p:spPr>
          <a:xfrm>
            <a:off x="731520" y="1925640"/>
            <a:ext cx="6425280" cy="47725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259" name="PlaceHolder 3"/>
          <p:cNvSpPr>
            <a:spLocks noGrp="1"/>
          </p:cNvSpPr>
          <p:nvPr>
            <p:ph/>
          </p:nvPr>
        </p:nvSpPr>
        <p:spPr>
          <a:xfrm>
            <a:off x="7478280" y="1925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260" name="PlaceHolder 4"/>
          <p:cNvSpPr>
            <a:spLocks noGrp="1"/>
          </p:cNvSpPr>
          <p:nvPr>
            <p:ph/>
          </p:nvPr>
        </p:nvSpPr>
        <p:spPr>
          <a:xfrm>
            <a:off x="7478280" y="4418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8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61"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262" name="PlaceHolder 2"/>
          <p:cNvSpPr>
            <a:spLocks noGrp="1"/>
          </p:cNvSpPr>
          <p:nvPr>
            <p:ph/>
          </p:nvPr>
        </p:nvSpPr>
        <p:spPr>
          <a:xfrm>
            <a:off x="731520" y="1925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263" name="PlaceHolder 3"/>
          <p:cNvSpPr>
            <a:spLocks noGrp="1"/>
          </p:cNvSpPr>
          <p:nvPr>
            <p:ph/>
          </p:nvPr>
        </p:nvSpPr>
        <p:spPr>
          <a:xfrm>
            <a:off x="7478280" y="1925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264" name="PlaceHolder 4"/>
          <p:cNvSpPr>
            <a:spLocks noGrp="1"/>
          </p:cNvSpPr>
          <p:nvPr>
            <p:ph/>
          </p:nvPr>
        </p:nvSpPr>
        <p:spPr>
          <a:xfrm>
            <a:off x="731520" y="4418640"/>
            <a:ext cx="1316700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8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5"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266" name="PlaceHolder 2"/>
          <p:cNvSpPr>
            <a:spLocks noGrp="1"/>
          </p:cNvSpPr>
          <p:nvPr>
            <p:ph/>
          </p:nvPr>
        </p:nvSpPr>
        <p:spPr>
          <a:xfrm>
            <a:off x="731520" y="1925640"/>
            <a:ext cx="1316700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267" name="PlaceHolder 3"/>
          <p:cNvSpPr>
            <a:spLocks noGrp="1"/>
          </p:cNvSpPr>
          <p:nvPr>
            <p:ph/>
          </p:nvPr>
        </p:nvSpPr>
        <p:spPr>
          <a:xfrm>
            <a:off x="731520" y="4418640"/>
            <a:ext cx="1316700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8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8"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269" name="PlaceHolder 2"/>
          <p:cNvSpPr>
            <a:spLocks noGrp="1"/>
          </p:cNvSpPr>
          <p:nvPr>
            <p:ph/>
          </p:nvPr>
        </p:nvSpPr>
        <p:spPr>
          <a:xfrm>
            <a:off x="731520" y="1925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270" name="PlaceHolder 3"/>
          <p:cNvSpPr>
            <a:spLocks noGrp="1"/>
          </p:cNvSpPr>
          <p:nvPr>
            <p:ph/>
          </p:nvPr>
        </p:nvSpPr>
        <p:spPr>
          <a:xfrm>
            <a:off x="7478280" y="1925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271" name="PlaceHolder 4"/>
          <p:cNvSpPr>
            <a:spLocks noGrp="1"/>
          </p:cNvSpPr>
          <p:nvPr>
            <p:ph/>
          </p:nvPr>
        </p:nvSpPr>
        <p:spPr>
          <a:xfrm>
            <a:off x="731520" y="4418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272" name="PlaceHolder 5"/>
          <p:cNvSpPr>
            <a:spLocks noGrp="1"/>
          </p:cNvSpPr>
          <p:nvPr>
            <p:ph/>
          </p:nvPr>
        </p:nvSpPr>
        <p:spPr>
          <a:xfrm>
            <a:off x="7478280" y="4418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8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73"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274" name="PlaceHolder 2"/>
          <p:cNvSpPr>
            <a:spLocks noGrp="1"/>
          </p:cNvSpPr>
          <p:nvPr>
            <p:ph/>
          </p:nvPr>
        </p:nvSpPr>
        <p:spPr>
          <a:xfrm>
            <a:off x="731520" y="1925640"/>
            <a:ext cx="423936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275" name="PlaceHolder 3"/>
          <p:cNvSpPr>
            <a:spLocks noGrp="1"/>
          </p:cNvSpPr>
          <p:nvPr>
            <p:ph/>
          </p:nvPr>
        </p:nvSpPr>
        <p:spPr>
          <a:xfrm>
            <a:off x="5183280" y="1925640"/>
            <a:ext cx="423936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276" name="PlaceHolder 4"/>
          <p:cNvSpPr>
            <a:spLocks noGrp="1"/>
          </p:cNvSpPr>
          <p:nvPr>
            <p:ph/>
          </p:nvPr>
        </p:nvSpPr>
        <p:spPr>
          <a:xfrm>
            <a:off x="9635040" y="1925640"/>
            <a:ext cx="423936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277" name="PlaceHolder 5"/>
          <p:cNvSpPr>
            <a:spLocks noGrp="1"/>
          </p:cNvSpPr>
          <p:nvPr>
            <p:ph/>
          </p:nvPr>
        </p:nvSpPr>
        <p:spPr>
          <a:xfrm>
            <a:off x="731520" y="4418640"/>
            <a:ext cx="423936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278" name="PlaceHolder 6"/>
          <p:cNvSpPr>
            <a:spLocks noGrp="1"/>
          </p:cNvSpPr>
          <p:nvPr>
            <p:ph/>
          </p:nvPr>
        </p:nvSpPr>
        <p:spPr>
          <a:xfrm>
            <a:off x="5183280" y="4418640"/>
            <a:ext cx="423936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279" name="PlaceHolder 7"/>
          <p:cNvSpPr>
            <a:spLocks noGrp="1"/>
          </p:cNvSpPr>
          <p:nvPr>
            <p:ph/>
          </p:nvPr>
        </p:nvSpPr>
        <p:spPr>
          <a:xfrm>
            <a:off x="9635040" y="4418640"/>
            <a:ext cx="423936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8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8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84"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285" name="PlaceHolder 2"/>
          <p:cNvSpPr>
            <a:spLocks noGrp="1"/>
          </p:cNvSpPr>
          <p:nvPr>
            <p:ph type="subTitle"/>
          </p:nvPr>
        </p:nvSpPr>
        <p:spPr>
          <a:xfrm>
            <a:off x="731520" y="1925640"/>
            <a:ext cx="13167000" cy="4772520"/>
          </a:xfrm>
          <a:prstGeom prst="rect">
            <a:avLst/>
          </a:prstGeom>
          <a:noFill/>
          <a:ln w="0">
            <a:noFill/>
          </a:ln>
        </p:spPr>
        <p:txBody>
          <a:bodyPr lIns="0" rIns="0" tIns="0" bIns="0" anchor="ctr">
            <a:noAutofit/>
          </a:bodyPr>
          <a:p>
            <a:pPr algn="ctr">
              <a:buNone/>
            </a:pPr>
            <a:endParaRPr b="0" lang="en-IN" sz="3200" spc="-1" strike="noStrike">
              <a:latin typeface="Arial"/>
            </a:endParaRPr>
          </a:p>
        </p:txBody>
      </p:sp>
    </p:spTree>
  </p:cSld>
</p:sldLayout>
</file>

<file path=ppt/slideLayouts/slideLayout8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86"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287" name="PlaceHolder 2"/>
          <p:cNvSpPr>
            <a:spLocks noGrp="1"/>
          </p:cNvSpPr>
          <p:nvPr>
            <p:ph/>
          </p:nvPr>
        </p:nvSpPr>
        <p:spPr>
          <a:xfrm>
            <a:off x="731520" y="1925640"/>
            <a:ext cx="13167000" cy="47725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8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88"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289" name="PlaceHolder 2"/>
          <p:cNvSpPr>
            <a:spLocks noGrp="1"/>
          </p:cNvSpPr>
          <p:nvPr>
            <p:ph/>
          </p:nvPr>
        </p:nvSpPr>
        <p:spPr>
          <a:xfrm>
            <a:off x="731520" y="1925640"/>
            <a:ext cx="6425280" cy="47725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290" name="PlaceHolder 3"/>
          <p:cNvSpPr>
            <a:spLocks noGrp="1"/>
          </p:cNvSpPr>
          <p:nvPr>
            <p:ph/>
          </p:nvPr>
        </p:nvSpPr>
        <p:spPr>
          <a:xfrm>
            <a:off x="7478280" y="1925640"/>
            <a:ext cx="6425280" cy="47725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8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91"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Tree>
  </p:cSld>
</p:sldLayout>
</file>

<file path=ppt/slideLayouts/slideLayout9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92" name="PlaceHolder 1"/>
          <p:cNvSpPr>
            <a:spLocks noGrp="1"/>
          </p:cNvSpPr>
          <p:nvPr>
            <p:ph type="subTitle"/>
          </p:nvPr>
        </p:nvSpPr>
        <p:spPr>
          <a:xfrm>
            <a:off x="731520" y="328320"/>
            <a:ext cx="13167000" cy="6369120"/>
          </a:xfrm>
          <a:prstGeom prst="rect">
            <a:avLst/>
          </a:prstGeom>
          <a:noFill/>
          <a:ln w="0">
            <a:noFill/>
          </a:ln>
        </p:spPr>
        <p:txBody>
          <a:bodyPr lIns="0" rIns="0" tIns="0" bIns="0" anchor="ctr">
            <a:noAutofit/>
          </a:bodyPr>
          <a:p>
            <a:pPr algn="ctr">
              <a:buNone/>
            </a:pPr>
            <a:endParaRPr b="0" lang="en-IN" sz="3200" spc="-1" strike="noStrike">
              <a:latin typeface="Arial"/>
            </a:endParaRPr>
          </a:p>
        </p:txBody>
      </p:sp>
    </p:spTree>
  </p:cSld>
</p:sldLayout>
</file>

<file path=ppt/slideLayouts/slideLayout9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93"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294" name="PlaceHolder 2"/>
          <p:cNvSpPr>
            <a:spLocks noGrp="1"/>
          </p:cNvSpPr>
          <p:nvPr>
            <p:ph/>
          </p:nvPr>
        </p:nvSpPr>
        <p:spPr>
          <a:xfrm>
            <a:off x="731520" y="1925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295" name="PlaceHolder 3"/>
          <p:cNvSpPr>
            <a:spLocks noGrp="1"/>
          </p:cNvSpPr>
          <p:nvPr>
            <p:ph/>
          </p:nvPr>
        </p:nvSpPr>
        <p:spPr>
          <a:xfrm>
            <a:off x="7478280" y="1925640"/>
            <a:ext cx="6425280" cy="47725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296" name="PlaceHolder 4"/>
          <p:cNvSpPr>
            <a:spLocks noGrp="1"/>
          </p:cNvSpPr>
          <p:nvPr>
            <p:ph/>
          </p:nvPr>
        </p:nvSpPr>
        <p:spPr>
          <a:xfrm>
            <a:off x="731520" y="4418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9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97"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298" name="PlaceHolder 2"/>
          <p:cNvSpPr>
            <a:spLocks noGrp="1"/>
          </p:cNvSpPr>
          <p:nvPr>
            <p:ph/>
          </p:nvPr>
        </p:nvSpPr>
        <p:spPr>
          <a:xfrm>
            <a:off x="731520" y="1925640"/>
            <a:ext cx="6425280" cy="47725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299" name="PlaceHolder 3"/>
          <p:cNvSpPr>
            <a:spLocks noGrp="1"/>
          </p:cNvSpPr>
          <p:nvPr>
            <p:ph/>
          </p:nvPr>
        </p:nvSpPr>
        <p:spPr>
          <a:xfrm>
            <a:off x="7478280" y="1925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00" name="PlaceHolder 4"/>
          <p:cNvSpPr>
            <a:spLocks noGrp="1"/>
          </p:cNvSpPr>
          <p:nvPr>
            <p:ph/>
          </p:nvPr>
        </p:nvSpPr>
        <p:spPr>
          <a:xfrm>
            <a:off x="7478280" y="4418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9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301"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302" name="PlaceHolder 2"/>
          <p:cNvSpPr>
            <a:spLocks noGrp="1"/>
          </p:cNvSpPr>
          <p:nvPr>
            <p:ph/>
          </p:nvPr>
        </p:nvSpPr>
        <p:spPr>
          <a:xfrm>
            <a:off x="731520" y="1925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03" name="PlaceHolder 3"/>
          <p:cNvSpPr>
            <a:spLocks noGrp="1"/>
          </p:cNvSpPr>
          <p:nvPr>
            <p:ph/>
          </p:nvPr>
        </p:nvSpPr>
        <p:spPr>
          <a:xfrm>
            <a:off x="7478280" y="1925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04" name="PlaceHolder 4"/>
          <p:cNvSpPr>
            <a:spLocks noGrp="1"/>
          </p:cNvSpPr>
          <p:nvPr>
            <p:ph/>
          </p:nvPr>
        </p:nvSpPr>
        <p:spPr>
          <a:xfrm>
            <a:off x="731520" y="4418640"/>
            <a:ext cx="1316700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9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05"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306" name="PlaceHolder 2"/>
          <p:cNvSpPr>
            <a:spLocks noGrp="1"/>
          </p:cNvSpPr>
          <p:nvPr>
            <p:ph/>
          </p:nvPr>
        </p:nvSpPr>
        <p:spPr>
          <a:xfrm>
            <a:off x="731520" y="1925640"/>
            <a:ext cx="1316700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07" name="PlaceHolder 3"/>
          <p:cNvSpPr>
            <a:spLocks noGrp="1"/>
          </p:cNvSpPr>
          <p:nvPr>
            <p:ph/>
          </p:nvPr>
        </p:nvSpPr>
        <p:spPr>
          <a:xfrm>
            <a:off x="731520" y="4418640"/>
            <a:ext cx="1316700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9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08"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309" name="PlaceHolder 2"/>
          <p:cNvSpPr>
            <a:spLocks noGrp="1"/>
          </p:cNvSpPr>
          <p:nvPr>
            <p:ph/>
          </p:nvPr>
        </p:nvSpPr>
        <p:spPr>
          <a:xfrm>
            <a:off x="731520" y="1925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10" name="PlaceHolder 3"/>
          <p:cNvSpPr>
            <a:spLocks noGrp="1"/>
          </p:cNvSpPr>
          <p:nvPr>
            <p:ph/>
          </p:nvPr>
        </p:nvSpPr>
        <p:spPr>
          <a:xfrm>
            <a:off x="7478280" y="1925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11" name="PlaceHolder 4"/>
          <p:cNvSpPr>
            <a:spLocks noGrp="1"/>
          </p:cNvSpPr>
          <p:nvPr>
            <p:ph/>
          </p:nvPr>
        </p:nvSpPr>
        <p:spPr>
          <a:xfrm>
            <a:off x="731520" y="4418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12" name="PlaceHolder 5"/>
          <p:cNvSpPr>
            <a:spLocks noGrp="1"/>
          </p:cNvSpPr>
          <p:nvPr>
            <p:ph/>
          </p:nvPr>
        </p:nvSpPr>
        <p:spPr>
          <a:xfrm>
            <a:off x="7478280" y="4418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9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3"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314" name="PlaceHolder 2"/>
          <p:cNvSpPr>
            <a:spLocks noGrp="1"/>
          </p:cNvSpPr>
          <p:nvPr>
            <p:ph/>
          </p:nvPr>
        </p:nvSpPr>
        <p:spPr>
          <a:xfrm>
            <a:off x="731520" y="1925640"/>
            <a:ext cx="423936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15" name="PlaceHolder 3"/>
          <p:cNvSpPr>
            <a:spLocks noGrp="1"/>
          </p:cNvSpPr>
          <p:nvPr>
            <p:ph/>
          </p:nvPr>
        </p:nvSpPr>
        <p:spPr>
          <a:xfrm>
            <a:off x="5183280" y="1925640"/>
            <a:ext cx="423936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16" name="PlaceHolder 4"/>
          <p:cNvSpPr>
            <a:spLocks noGrp="1"/>
          </p:cNvSpPr>
          <p:nvPr>
            <p:ph/>
          </p:nvPr>
        </p:nvSpPr>
        <p:spPr>
          <a:xfrm>
            <a:off x="9635040" y="1925640"/>
            <a:ext cx="423936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17" name="PlaceHolder 5"/>
          <p:cNvSpPr>
            <a:spLocks noGrp="1"/>
          </p:cNvSpPr>
          <p:nvPr>
            <p:ph/>
          </p:nvPr>
        </p:nvSpPr>
        <p:spPr>
          <a:xfrm>
            <a:off x="731520" y="4418640"/>
            <a:ext cx="423936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18" name="PlaceHolder 6"/>
          <p:cNvSpPr>
            <a:spLocks noGrp="1"/>
          </p:cNvSpPr>
          <p:nvPr>
            <p:ph/>
          </p:nvPr>
        </p:nvSpPr>
        <p:spPr>
          <a:xfrm>
            <a:off x="5183280" y="4418640"/>
            <a:ext cx="423936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19" name="PlaceHolder 7"/>
          <p:cNvSpPr>
            <a:spLocks noGrp="1"/>
          </p:cNvSpPr>
          <p:nvPr>
            <p:ph/>
          </p:nvPr>
        </p:nvSpPr>
        <p:spPr>
          <a:xfrm>
            <a:off x="9635040" y="4418640"/>
            <a:ext cx="423936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9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9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324"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325" name="PlaceHolder 2"/>
          <p:cNvSpPr>
            <a:spLocks noGrp="1"/>
          </p:cNvSpPr>
          <p:nvPr>
            <p:ph type="subTitle"/>
          </p:nvPr>
        </p:nvSpPr>
        <p:spPr>
          <a:xfrm>
            <a:off x="731520" y="1925640"/>
            <a:ext cx="13167000" cy="4772520"/>
          </a:xfrm>
          <a:prstGeom prst="rect">
            <a:avLst/>
          </a:prstGeom>
          <a:noFill/>
          <a:ln w="0">
            <a:noFill/>
          </a:ln>
        </p:spPr>
        <p:txBody>
          <a:bodyPr lIns="0" rIns="0" tIns="0" bIns="0" anchor="ctr">
            <a:noAutofit/>
          </a:bodyPr>
          <a:p>
            <a:pPr algn="ctr">
              <a:buNone/>
            </a:pPr>
            <a:endParaRPr b="0" lang="en-IN" sz="3200" spc="-1" strike="noStrike">
              <a:latin typeface="Arial"/>
            </a:endParaRPr>
          </a:p>
        </p:txBody>
      </p:sp>
    </p:spTree>
  </p:cSld>
</p:sldLayout>
</file>

<file path=ppt/slideLayouts/slideLayout9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326"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327" name="PlaceHolder 2"/>
          <p:cNvSpPr>
            <a:spLocks noGrp="1"/>
          </p:cNvSpPr>
          <p:nvPr>
            <p:ph/>
          </p:nvPr>
        </p:nvSpPr>
        <p:spPr>
          <a:xfrm>
            <a:off x="731520" y="1925640"/>
            <a:ext cx="13167000" cy="47725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10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328"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329" name="PlaceHolder 2"/>
          <p:cNvSpPr>
            <a:spLocks noGrp="1"/>
          </p:cNvSpPr>
          <p:nvPr>
            <p:ph/>
          </p:nvPr>
        </p:nvSpPr>
        <p:spPr>
          <a:xfrm>
            <a:off x="731520" y="1925640"/>
            <a:ext cx="6425280" cy="47725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30" name="PlaceHolder 3"/>
          <p:cNvSpPr>
            <a:spLocks noGrp="1"/>
          </p:cNvSpPr>
          <p:nvPr>
            <p:ph/>
          </p:nvPr>
        </p:nvSpPr>
        <p:spPr>
          <a:xfrm>
            <a:off x="7478280" y="1925640"/>
            <a:ext cx="6425280" cy="47725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10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331"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Tree>
  </p:cSld>
</p:sldLayout>
</file>

<file path=ppt/slideLayouts/slideLayout10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332" name="PlaceHolder 1"/>
          <p:cNvSpPr>
            <a:spLocks noGrp="1"/>
          </p:cNvSpPr>
          <p:nvPr>
            <p:ph type="subTitle"/>
          </p:nvPr>
        </p:nvSpPr>
        <p:spPr>
          <a:xfrm>
            <a:off x="731520" y="328320"/>
            <a:ext cx="13167000" cy="6369120"/>
          </a:xfrm>
          <a:prstGeom prst="rect">
            <a:avLst/>
          </a:prstGeom>
          <a:noFill/>
          <a:ln w="0">
            <a:noFill/>
          </a:ln>
        </p:spPr>
        <p:txBody>
          <a:bodyPr lIns="0" rIns="0" tIns="0" bIns="0" anchor="ctr">
            <a:noAutofit/>
          </a:bodyPr>
          <a:p>
            <a:pPr algn="ctr">
              <a:buNone/>
            </a:pPr>
            <a:endParaRPr b="0" lang="en-IN" sz="3200" spc="-1" strike="noStrike">
              <a:latin typeface="Arial"/>
            </a:endParaRPr>
          </a:p>
        </p:txBody>
      </p:sp>
    </p:spTree>
  </p:cSld>
</p:sldLayout>
</file>

<file path=ppt/slideLayouts/slideLayout10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333"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334" name="PlaceHolder 2"/>
          <p:cNvSpPr>
            <a:spLocks noGrp="1"/>
          </p:cNvSpPr>
          <p:nvPr>
            <p:ph/>
          </p:nvPr>
        </p:nvSpPr>
        <p:spPr>
          <a:xfrm>
            <a:off x="731520" y="1925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35" name="PlaceHolder 3"/>
          <p:cNvSpPr>
            <a:spLocks noGrp="1"/>
          </p:cNvSpPr>
          <p:nvPr>
            <p:ph/>
          </p:nvPr>
        </p:nvSpPr>
        <p:spPr>
          <a:xfrm>
            <a:off x="7478280" y="1925640"/>
            <a:ext cx="6425280" cy="47725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36" name="PlaceHolder 4"/>
          <p:cNvSpPr>
            <a:spLocks noGrp="1"/>
          </p:cNvSpPr>
          <p:nvPr>
            <p:ph/>
          </p:nvPr>
        </p:nvSpPr>
        <p:spPr>
          <a:xfrm>
            <a:off x="731520" y="4418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10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337"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338" name="PlaceHolder 2"/>
          <p:cNvSpPr>
            <a:spLocks noGrp="1"/>
          </p:cNvSpPr>
          <p:nvPr>
            <p:ph/>
          </p:nvPr>
        </p:nvSpPr>
        <p:spPr>
          <a:xfrm>
            <a:off x="731520" y="1925640"/>
            <a:ext cx="6425280" cy="47725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39" name="PlaceHolder 3"/>
          <p:cNvSpPr>
            <a:spLocks noGrp="1"/>
          </p:cNvSpPr>
          <p:nvPr>
            <p:ph/>
          </p:nvPr>
        </p:nvSpPr>
        <p:spPr>
          <a:xfrm>
            <a:off x="7478280" y="1925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40" name="PlaceHolder 4"/>
          <p:cNvSpPr>
            <a:spLocks noGrp="1"/>
          </p:cNvSpPr>
          <p:nvPr>
            <p:ph/>
          </p:nvPr>
        </p:nvSpPr>
        <p:spPr>
          <a:xfrm>
            <a:off x="7478280" y="4418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10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341"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342" name="PlaceHolder 2"/>
          <p:cNvSpPr>
            <a:spLocks noGrp="1"/>
          </p:cNvSpPr>
          <p:nvPr>
            <p:ph/>
          </p:nvPr>
        </p:nvSpPr>
        <p:spPr>
          <a:xfrm>
            <a:off x="731520" y="1925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43" name="PlaceHolder 3"/>
          <p:cNvSpPr>
            <a:spLocks noGrp="1"/>
          </p:cNvSpPr>
          <p:nvPr>
            <p:ph/>
          </p:nvPr>
        </p:nvSpPr>
        <p:spPr>
          <a:xfrm>
            <a:off x="7478280" y="1925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44" name="PlaceHolder 4"/>
          <p:cNvSpPr>
            <a:spLocks noGrp="1"/>
          </p:cNvSpPr>
          <p:nvPr>
            <p:ph/>
          </p:nvPr>
        </p:nvSpPr>
        <p:spPr>
          <a:xfrm>
            <a:off x="731520" y="4418640"/>
            <a:ext cx="1316700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10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45"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346" name="PlaceHolder 2"/>
          <p:cNvSpPr>
            <a:spLocks noGrp="1"/>
          </p:cNvSpPr>
          <p:nvPr>
            <p:ph/>
          </p:nvPr>
        </p:nvSpPr>
        <p:spPr>
          <a:xfrm>
            <a:off x="731520" y="1925640"/>
            <a:ext cx="1316700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47" name="PlaceHolder 3"/>
          <p:cNvSpPr>
            <a:spLocks noGrp="1"/>
          </p:cNvSpPr>
          <p:nvPr>
            <p:ph/>
          </p:nvPr>
        </p:nvSpPr>
        <p:spPr>
          <a:xfrm>
            <a:off x="731520" y="4418640"/>
            <a:ext cx="1316700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10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48"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349" name="PlaceHolder 2"/>
          <p:cNvSpPr>
            <a:spLocks noGrp="1"/>
          </p:cNvSpPr>
          <p:nvPr>
            <p:ph/>
          </p:nvPr>
        </p:nvSpPr>
        <p:spPr>
          <a:xfrm>
            <a:off x="731520" y="1925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50" name="PlaceHolder 3"/>
          <p:cNvSpPr>
            <a:spLocks noGrp="1"/>
          </p:cNvSpPr>
          <p:nvPr>
            <p:ph/>
          </p:nvPr>
        </p:nvSpPr>
        <p:spPr>
          <a:xfrm>
            <a:off x="7478280" y="1925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51" name="PlaceHolder 4"/>
          <p:cNvSpPr>
            <a:spLocks noGrp="1"/>
          </p:cNvSpPr>
          <p:nvPr>
            <p:ph/>
          </p:nvPr>
        </p:nvSpPr>
        <p:spPr>
          <a:xfrm>
            <a:off x="731520" y="4418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52" name="PlaceHolder 5"/>
          <p:cNvSpPr>
            <a:spLocks noGrp="1"/>
          </p:cNvSpPr>
          <p:nvPr>
            <p:ph/>
          </p:nvPr>
        </p:nvSpPr>
        <p:spPr>
          <a:xfrm>
            <a:off x="7478280" y="4418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10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53"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354" name="PlaceHolder 2"/>
          <p:cNvSpPr>
            <a:spLocks noGrp="1"/>
          </p:cNvSpPr>
          <p:nvPr>
            <p:ph/>
          </p:nvPr>
        </p:nvSpPr>
        <p:spPr>
          <a:xfrm>
            <a:off x="731520" y="1925640"/>
            <a:ext cx="423936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55" name="PlaceHolder 3"/>
          <p:cNvSpPr>
            <a:spLocks noGrp="1"/>
          </p:cNvSpPr>
          <p:nvPr>
            <p:ph/>
          </p:nvPr>
        </p:nvSpPr>
        <p:spPr>
          <a:xfrm>
            <a:off x="5183280" y="1925640"/>
            <a:ext cx="423936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56" name="PlaceHolder 4"/>
          <p:cNvSpPr>
            <a:spLocks noGrp="1"/>
          </p:cNvSpPr>
          <p:nvPr>
            <p:ph/>
          </p:nvPr>
        </p:nvSpPr>
        <p:spPr>
          <a:xfrm>
            <a:off x="9635040" y="1925640"/>
            <a:ext cx="423936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57" name="PlaceHolder 5"/>
          <p:cNvSpPr>
            <a:spLocks noGrp="1"/>
          </p:cNvSpPr>
          <p:nvPr>
            <p:ph/>
          </p:nvPr>
        </p:nvSpPr>
        <p:spPr>
          <a:xfrm>
            <a:off x="731520" y="4418640"/>
            <a:ext cx="423936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58" name="PlaceHolder 6"/>
          <p:cNvSpPr>
            <a:spLocks noGrp="1"/>
          </p:cNvSpPr>
          <p:nvPr>
            <p:ph/>
          </p:nvPr>
        </p:nvSpPr>
        <p:spPr>
          <a:xfrm>
            <a:off x="5183280" y="4418640"/>
            <a:ext cx="423936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59" name="PlaceHolder 7"/>
          <p:cNvSpPr>
            <a:spLocks noGrp="1"/>
          </p:cNvSpPr>
          <p:nvPr>
            <p:ph/>
          </p:nvPr>
        </p:nvSpPr>
        <p:spPr>
          <a:xfrm>
            <a:off x="9635040" y="4418640"/>
            <a:ext cx="423936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10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364"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365" name="PlaceHolder 2"/>
          <p:cNvSpPr>
            <a:spLocks noGrp="1"/>
          </p:cNvSpPr>
          <p:nvPr>
            <p:ph type="subTitle"/>
          </p:nvPr>
        </p:nvSpPr>
        <p:spPr>
          <a:xfrm>
            <a:off x="731520" y="1925640"/>
            <a:ext cx="13167000" cy="4772520"/>
          </a:xfrm>
          <a:prstGeom prst="rect">
            <a:avLst/>
          </a:prstGeom>
          <a:noFill/>
          <a:ln w="0">
            <a:noFill/>
          </a:ln>
        </p:spPr>
        <p:txBody>
          <a:bodyPr lIns="0" rIns="0" tIns="0" bIns="0" anchor="ctr">
            <a:noAutofit/>
          </a:bodyPr>
          <a:p>
            <a:pPr algn="ctr">
              <a:buNone/>
            </a:pPr>
            <a:endParaRPr b="0" lang="en-IN" sz="3200" spc="-1" strike="noStrike">
              <a:latin typeface="Arial"/>
            </a:endParaRPr>
          </a:p>
        </p:txBody>
      </p:sp>
    </p:spTree>
  </p:cSld>
</p:sldLayout>
</file>

<file path=ppt/slideLayouts/slideLayout1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366"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367" name="PlaceHolder 2"/>
          <p:cNvSpPr>
            <a:spLocks noGrp="1"/>
          </p:cNvSpPr>
          <p:nvPr>
            <p:ph/>
          </p:nvPr>
        </p:nvSpPr>
        <p:spPr>
          <a:xfrm>
            <a:off x="731520" y="1925640"/>
            <a:ext cx="13167000" cy="47725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1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368"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369" name="PlaceHolder 2"/>
          <p:cNvSpPr>
            <a:spLocks noGrp="1"/>
          </p:cNvSpPr>
          <p:nvPr>
            <p:ph/>
          </p:nvPr>
        </p:nvSpPr>
        <p:spPr>
          <a:xfrm>
            <a:off x="731520" y="1925640"/>
            <a:ext cx="6425280" cy="47725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70" name="PlaceHolder 3"/>
          <p:cNvSpPr>
            <a:spLocks noGrp="1"/>
          </p:cNvSpPr>
          <p:nvPr>
            <p:ph/>
          </p:nvPr>
        </p:nvSpPr>
        <p:spPr>
          <a:xfrm>
            <a:off x="7478280" y="1925640"/>
            <a:ext cx="6425280" cy="47725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1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371"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Tree>
  </p:cSld>
</p:sldLayout>
</file>

<file path=ppt/slideLayouts/slideLayout1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372" name="PlaceHolder 1"/>
          <p:cNvSpPr>
            <a:spLocks noGrp="1"/>
          </p:cNvSpPr>
          <p:nvPr>
            <p:ph type="subTitle"/>
          </p:nvPr>
        </p:nvSpPr>
        <p:spPr>
          <a:xfrm>
            <a:off x="731520" y="328320"/>
            <a:ext cx="13167000" cy="6369120"/>
          </a:xfrm>
          <a:prstGeom prst="rect">
            <a:avLst/>
          </a:prstGeom>
          <a:noFill/>
          <a:ln w="0">
            <a:noFill/>
          </a:ln>
        </p:spPr>
        <p:txBody>
          <a:bodyPr lIns="0" rIns="0" tIns="0" bIns="0" anchor="ctr">
            <a:noAutofit/>
          </a:bodyPr>
          <a:p>
            <a:pPr algn="ctr">
              <a:buNone/>
            </a:pPr>
            <a:endParaRPr b="0" lang="en-IN" sz="3200" spc="-1" strike="noStrike">
              <a:latin typeface="Arial"/>
            </a:endParaRPr>
          </a:p>
        </p:txBody>
      </p:sp>
    </p:spTree>
  </p:cSld>
</p:sldLayout>
</file>

<file path=ppt/slideLayouts/slideLayout1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373"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374" name="PlaceHolder 2"/>
          <p:cNvSpPr>
            <a:spLocks noGrp="1"/>
          </p:cNvSpPr>
          <p:nvPr>
            <p:ph/>
          </p:nvPr>
        </p:nvSpPr>
        <p:spPr>
          <a:xfrm>
            <a:off x="731520" y="1925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75" name="PlaceHolder 3"/>
          <p:cNvSpPr>
            <a:spLocks noGrp="1"/>
          </p:cNvSpPr>
          <p:nvPr>
            <p:ph/>
          </p:nvPr>
        </p:nvSpPr>
        <p:spPr>
          <a:xfrm>
            <a:off x="7478280" y="1925640"/>
            <a:ext cx="6425280" cy="47725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76" name="PlaceHolder 4"/>
          <p:cNvSpPr>
            <a:spLocks noGrp="1"/>
          </p:cNvSpPr>
          <p:nvPr>
            <p:ph/>
          </p:nvPr>
        </p:nvSpPr>
        <p:spPr>
          <a:xfrm>
            <a:off x="731520" y="4418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1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377"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378" name="PlaceHolder 2"/>
          <p:cNvSpPr>
            <a:spLocks noGrp="1"/>
          </p:cNvSpPr>
          <p:nvPr>
            <p:ph/>
          </p:nvPr>
        </p:nvSpPr>
        <p:spPr>
          <a:xfrm>
            <a:off x="731520" y="1925640"/>
            <a:ext cx="6425280" cy="47725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79" name="PlaceHolder 3"/>
          <p:cNvSpPr>
            <a:spLocks noGrp="1"/>
          </p:cNvSpPr>
          <p:nvPr>
            <p:ph/>
          </p:nvPr>
        </p:nvSpPr>
        <p:spPr>
          <a:xfrm>
            <a:off x="7478280" y="1925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80" name="PlaceHolder 4"/>
          <p:cNvSpPr>
            <a:spLocks noGrp="1"/>
          </p:cNvSpPr>
          <p:nvPr>
            <p:ph/>
          </p:nvPr>
        </p:nvSpPr>
        <p:spPr>
          <a:xfrm>
            <a:off x="7478280" y="4418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1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381"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382" name="PlaceHolder 2"/>
          <p:cNvSpPr>
            <a:spLocks noGrp="1"/>
          </p:cNvSpPr>
          <p:nvPr>
            <p:ph/>
          </p:nvPr>
        </p:nvSpPr>
        <p:spPr>
          <a:xfrm>
            <a:off x="731520" y="1925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83" name="PlaceHolder 3"/>
          <p:cNvSpPr>
            <a:spLocks noGrp="1"/>
          </p:cNvSpPr>
          <p:nvPr>
            <p:ph/>
          </p:nvPr>
        </p:nvSpPr>
        <p:spPr>
          <a:xfrm>
            <a:off x="7478280" y="1925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84" name="PlaceHolder 4"/>
          <p:cNvSpPr>
            <a:spLocks noGrp="1"/>
          </p:cNvSpPr>
          <p:nvPr>
            <p:ph/>
          </p:nvPr>
        </p:nvSpPr>
        <p:spPr>
          <a:xfrm>
            <a:off x="731520" y="4418640"/>
            <a:ext cx="1316700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1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85"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386" name="PlaceHolder 2"/>
          <p:cNvSpPr>
            <a:spLocks noGrp="1"/>
          </p:cNvSpPr>
          <p:nvPr>
            <p:ph/>
          </p:nvPr>
        </p:nvSpPr>
        <p:spPr>
          <a:xfrm>
            <a:off x="731520" y="1925640"/>
            <a:ext cx="1316700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87" name="PlaceHolder 3"/>
          <p:cNvSpPr>
            <a:spLocks noGrp="1"/>
          </p:cNvSpPr>
          <p:nvPr>
            <p:ph/>
          </p:nvPr>
        </p:nvSpPr>
        <p:spPr>
          <a:xfrm>
            <a:off x="731520" y="4418640"/>
            <a:ext cx="1316700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1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88"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389" name="PlaceHolder 2"/>
          <p:cNvSpPr>
            <a:spLocks noGrp="1"/>
          </p:cNvSpPr>
          <p:nvPr>
            <p:ph/>
          </p:nvPr>
        </p:nvSpPr>
        <p:spPr>
          <a:xfrm>
            <a:off x="731520" y="1925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90" name="PlaceHolder 3"/>
          <p:cNvSpPr>
            <a:spLocks noGrp="1"/>
          </p:cNvSpPr>
          <p:nvPr>
            <p:ph/>
          </p:nvPr>
        </p:nvSpPr>
        <p:spPr>
          <a:xfrm>
            <a:off x="7478280" y="1925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91" name="PlaceHolder 4"/>
          <p:cNvSpPr>
            <a:spLocks noGrp="1"/>
          </p:cNvSpPr>
          <p:nvPr>
            <p:ph/>
          </p:nvPr>
        </p:nvSpPr>
        <p:spPr>
          <a:xfrm>
            <a:off x="731520" y="4418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92" name="PlaceHolder 5"/>
          <p:cNvSpPr>
            <a:spLocks noGrp="1"/>
          </p:cNvSpPr>
          <p:nvPr>
            <p:ph/>
          </p:nvPr>
        </p:nvSpPr>
        <p:spPr>
          <a:xfrm>
            <a:off x="7478280" y="4418640"/>
            <a:ext cx="642528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1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93"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endParaRPr b="0" lang="en-IN" sz="4400" spc="-1" strike="noStrike">
              <a:solidFill>
                <a:srgbClr val="000000"/>
              </a:solidFill>
              <a:latin typeface="Calibri Light"/>
            </a:endParaRPr>
          </a:p>
        </p:txBody>
      </p:sp>
      <p:sp>
        <p:nvSpPr>
          <p:cNvPr id="394" name="PlaceHolder 2"/>
          <p:cNvSpPr>
            <a:spLocks noGrp="1"/>
          </p:cNvSpPr>
          <p:nvPr>
            <p:ph/>
          </p:nvPr>
        </p:nvSpPr>
        <p:spPr>
          <a:xfrm>
            <a:off x="731520" y="1925640"/>
            <a:ext cx="423936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95" name="PlaceHolder 3"/>
          <p:cNvSpPr>
            <a:spLocks noGrp="1"/>
          </p:cNvSpPr>
          <p:nvPr>
            <p:ph/>
          </p:nvPr>
        </p:nvSpPr>
        <p:spPr>
          <a:xfrm>
            <a:off x="5183280" y="1925640"/>
            <a:ext cx="423936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96" name="PlaceHolder 4"/>
          <p:cNvSpPr>
            <a:spLocks noGrp="1"/>
          </p:cNvSpPr>
          <p:nvPr>
            <p:ph/>
          </p:nvPr>
        </p:nvSpPr>
        <p:spPr>
          <a:xfrm>
            <a:off x="9635040" y="1925640"/>
            <a:ext cx="423936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97" name="PlaceHolder 5"/>
          <p:cNvSpPr>
            <a:spLocks noGrp="1"/>
          </p:cNvSpPr>
          <p:nvPr>
            <p:ph/>
          </p:nvPr>
        </p:nvSpPr>
        <p:spPr>
          <a:xfrm>
            <a:off x="731520" y="4418640"/>
            <a:ext cx="423936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98" name="PlaceHolder 6"/>
          <p:cNvSpPr>
            <a:spLocks noGrp="1"/>
          </p:cNvSpPr>
          <p:nvPr>
            <p:ph/>
          </p:nvPr>
        </p:nvSpPr>
        <p:spPr>
          <a:xfrm>
            <a:off x="5183280" y="4418640"/>
            <a:ext cx="423936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99" name="PlaceHolder 7"/>
          <p:cNvSpPr>
            <a:spLocks noGrp="1"/>
          </p:cNvSpPr>
          <p:nvPr>
            <p:ph/>
          </p:nvPr>
        </p:nvSpPr>
        <p:spPr>
          <a:xfrm>
            <a:off x="9635040" y="4418640"/>
            <a:ext cx="4239360" cy="227628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49.xml"/><Relationship Id="rId3" Type="http://schemas.openxmlformats.org/officeDocument/2006/relationships/slideLayout" Target="../slideLayouts/slideLayout50.xml"/><Relationship Id="rId4" Type="http://schemas.openxmlformats.org/officeDocument/2006/relationships/slideLayout" Target="../slideLayouts/slideLayout51.xml"/><Relationship Id="rId5" Type="http://schemas.openxmlformats.org/officeDocument/2006/relationships/slideLayout" Target="../slideLayouts/slideLayout52.xml"/><Relationship Id="rId6" Type="http://schemas.openxmlformats.org/officeDocument/2006/relationships/slideLayout" Target="../slideLayouts/slideLayout53.xml"/><Relationship Id="rId7" Type="http://schemas.openxmlformats.org/officeDocument/2006/relationships/slideLayout" Target="../slideLayouts/slideLayout54.xml"/><Relationship Id="rId8" Type="http://schemas.openxmlformats.org/officeDocument/2006/relationships/slideLayout" Target="../slideLayouts/slideLayout55.xml"/><Relationship Id="rId9" Type="http://schemas.openxmlformats.org/officeDocument/2006/relationships/slideLayout" Target="../slideLayouts/slideLayout56.xml"/><Relationship Id="rId10" Type="http://schemas.openxmlformats.org/officeDocument/2006/relationships/slideLayout" Target="../slideLayouts/slideLayout57.xml"/><Relationship Id="rId11" Type="http://schemas.openxmlformats.org/officeDocument/2006/relationships/slideLayout" Target="../slideLayouts/slideLayout58.xml"/><Relationship Id="rId12" Type="http://schemas.openxmlformats.org/officeDocument/2006/relationships/slideLayout" Target="../slideLayouts/slideLayout59.xml"/><Relationship Id="rId13" Type="http://schemas.openxmlformats.org/officeDocument/2006/relationships/slideLayout" Target="../slideLayouts/slideLayout60.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1.xml"/><Relationship Id="rId3" Type="http://schemas.openxmlformats.org/officeDocument/2006/relationships/slideLayout" Target="../slideLayouts/slideLayout62.xml"/><Relationship Id="rId4" Type="http://schemas.openxmlformats.org/officeDocument/2006/relationships/slideLayout" Target="../slideLayouts/slideLayout63.xml"/><Relationship Id="rId5" Type="http://schemas.openxmlformats.org/officeDocument/2006/relationships/slideLayout" Target="../slideLayouts/slideLayout64.xml"/><Relationship Id="rId6" Type="http://schemas.openxmlformats.org/officeDocument/2006/relationships/slideLayout" Target="../slideLayouts/slideLayout65.xml"/><Relationship Id="rId7" Type="http://schemas.openxmlformats.org/officeDocument/2006/relationships/slideLayout" Target="../slideLayouts/slideLayout66.xml"/><Relationship Id="rId8" Type="http://schemas.openxmlformats.org/officeDocument/2006/relationships/slideLayout" Target="../slideLayouts/slideLayout67.xml"/><Relationship Id="rId9" Type="http://schemas.openxmlformats.org/officeDocument/2006/relationships/slideLayout" Target="../slideLayouts/slideLayout68.xml"/><Relationship Id="rId10" Type="http://schemas.openxmlformats.org/officeDocument/2006/relationships/slideLayout" Target="../slideLayouts/slideLayout69.xml"/><Relationship Id="rId11" Type="http://schemas.openxmlformats.org/officeDocument/2006/relationships/slideLayout" Target="../slideLayouts/slideLayout70.xml"/><Relationship Id="rId12" Type="http://schemas.openxmlformats.org/officeDocument/2006/relationships/slideLayout" Target="../slideLayouts/slideLayout71.xml"/><Relationship Id="rId13" Type="http://schemas.openxmlformats.org/officeDocument/2006/relationships/slideLayout" Target="../slideLayouts/slideLayout72.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3.xml"/><Relationship Id="rId3" Type="http://schemas.openxmlformats.org/officeDocument/2006/relationships/slideLayout" Target="../slideLayouts/slideLayout74.xml"/><Relationship Id="rId4" Type="http://schemas.openxmlformats.org/officeDocument/2006/relationships/slideLayout" Target="../slideLayouts/slideLayout75.xml"/><Relationship Id="rId5" Type="http://schemas.openxmlformats.org/officeDocument/2006/relationships/slideLayout" Target="../slideLayouts/slideLayout76.xml"/><Relationship Id="rId6" Type="http://schemas.openxmlformats.org/officeDocument/2006/relationships/slideLayout" Target="../slideLayouts/slideLayout77.xml"/><Relationship Id="rId7" Type="http://schemas.openxmlformats.org/officeDocument/2006/relationships/slideLayout" Target="../slideLayouts/slideLayout78.xml"/><Relationship Id="rId8" Type="http://schemas.openxmlformats.org/officeDocument/2006/relationships/slideLayout" Target="../slideLayouts/slideLayout79.xml"/><Relationship Id="rId9" Type="http://schemas.openxmlformats.org/officeDocument/2006/relationships/slideLayout" Target="../slideLayouts/slideLayout80.xml"/><Relationship Id="rId10" Type="http://schemas.openxmlformats.org/officeDocument/2006/relationships/slideLayout" Target="../slideLayouts/slideLayout81.xml"/><Relationship Id="rId11" Type="http://schemas.openxmlformats.org/officeDocument/2006/relationships/slideLayout" Target="../slideLayouts/slideLayout82.xml"/><Relationship Id="rId12" Type="http://schemas.openxmlformats.org/officeDocument/2006/relationships/slideLayout" Target="../slideLayouts/slideLayout83.xml"/><Relationship Id="rId13" Type="http://schemas.openxmlformats.org/officeDocument/2006/relationships/slideLayout" Target="../slideLayouts/slideLayout84.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5.xml"/><Relationship Id="rId3" Type="http://schemas.openxmlformats.org/officeDocument/2006/relationships/slideLayout" Target="../slideLayouts/slideLayout86.xml"/><Relationship Id="rId4" Type="http://schemas.openxmlformats.org/officeDocument/2006/relationships/slideLayout" Target="../slideLayouts/slideLayout87.xml"/><Relationship Id="rId5" Type="http://schemas.openxmlformats.org/officeDocument/2006/relationships/slideLayout" Target="../slideLayouts/slideLayout88.xml"/><Relationship Id="rId6" Type="http://schemas.openxmlformats.org/officeDocument/2006/relationships/slideLayout" Target="../slideLayouts/slideLayout89.xml"/><Relationship Id="rId7" Type="http://schemas.openxmlformats.org/officeDocument/2006/relationships/slideLayout" Target="../slideLayouts/slideLayout90.xml"/><Relationship Id="rId8" Type="http://schemas.openxmlformats.org/officeDocument/2006/relationships/slideLayout" Target="../slideLayouts/slideLayout91.xml"/><Relationship Id="rId9" Type="http://schemas.openxmlformats.org/officeDocument/2006/relationships/slideLayout" Target="../slideLayouts/slideLayout92.xml"/><Relationship Id="rId10" Type="http://schemas.openxmlformats.org/officeDocument/2006/relationships/slideLayout" Target="../slideLayouts/slideLayout93.xml"/><Relationship Id="rId11" Type="http://schemas.openxmlformats.org/officeDocument/2006/relationships/slideLayout" Target="../slideLayouts/slideLayout94.xml"/><Relationship Id="rId12" Type="http://schemas.openxmlformats.org/officeDocument/2006/relationships/slideLayout" Target="../slideLayouts/slideLayout95.xml"/><Relationship Id="rId13" Type="http://schemas.openxmlformats.org/officeDocument/2006/relationships/slideLayout" Target="../slideLayouts/slideLayout96.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7.xml"/><Relationship Id="rId3" Type="http://schemas.openxmlformats.org/officeDocument/2006/relationships/slideLayout" Target="../slideLayouts/slideLayout98.xml"/><Relationship Id="rId4" Type="http://schemas.openxmlformats.org/officeDocument/2006/relationships/slideLayout" Target="../slideLayouts/slideLayout99.xml"/><Relationship Id="rId5" Type="http://schemas.openxmlformats.org/officeDocument/2006/relationships/slideLayout" Target="../slideLayouts/slideLayout100.xml"/><Relationship Id="rId6" Type="http://schemas.openxmlformats.org/officeDocument/2006/relationships/slideLayout" Target="../slideLayouts/slideLayout101.xml"/><Relationship Id="rId7" Type="http://schemas.openxmlformats.org/officeDocument/2006/relationships/slideLayout" Target="../slideLayouts/slideLayout102.xml"/><Relationship Id="rId8" Type="http://schemas.openxmlformats.org/officeDocument/2006/relationships/slideLayout" Target="../slideLayouts/slideLayout103.xml"/><Relationship Id="rId9" Type="http://schemas.openxmlformats.org/officeDocument/2006/relationships/slideLayout" Target="../slideLayouts/slideLayout104.xml"/><Relationship Id="rId10" Type="http://schemas.openxmlformats.org/officeDocument/2006/relationships/slideLayout" Target="../slideLayouts/slideLayout105.xml"/><Relationship Id="rId11" Type="http://schemas.openxmlformats.org/officeDocument/2006/relationships/slideLayout" Target="../slideLayouts/slideLayout106.xml"/><Relationship Id="rId12" Type="http://schemas.openxmlformats.org/officeDocument/2006/relationships/slideLayout" Target="../slideLayouts/slideLayout107.xml"/><Relationship Id="rId13" Type="http://schemas.openxmlformats.org/officeDocument/2006/relationships/slideLayout" Target="../slideLayouts/slideLayout108.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9.xml"/><Relationship Id="rId3" Type="http://schemas.openxmlformats.org/officeDocument/2006/relationships/slideLayout" Target="../slideLayouts/slideLayout110.xml"/><Relationship Id="rId4" Type="http://schemas.openxmlformats.org/officeDocument/2006/relationships/slideLayout" Target="../slideLayouts/slideLayout111.xml"/><Relationship Id="rId5" Type="http://schemas.openxmlformats.org/officeDocument/2006/relationships/slideLayout" Target="../slideLayouts/slideLayout112.xml"/><Relationship Id="rId6" Type="http://schemas.openxmlformats.org/officeDocument/2006/relationships/slideLayout" Target="../slideLayouts/slideLayout113.xml"/><Relationship Id="rId7" Type="http://schemas.openxmlformats.org/officeDocument/2006/relationships/slideLayout" Target="../slideLayouts/slideLayout114.xml"/><Relationship Id="rId8" Type="http://schemas.openxmlformats.org/officeDocument/2006/relationships/slideLayout" Target="../slideLayouts/slideLayout115.xml"/><Relationship Id="rId9" Type="http://schemas.openxmlformats.org/officeDocument/2006/relationships/slideLayout" Target="../slideLayouts/slideLayout116.xml"/><Relationship Id="rId10" Type="http://schemas.openxmlformats.org/officeDocument/2006/relationships/slideLayout" Target="../slideLayouts/slideLayout117.xml"/><Relationship Id="rId11" Type="http://schemas.openxmlformats.org/officeDocument/2006/relationships/slideLayout" Target="../slideLayouts/slideLayout118.xml"/><Relationship Id="rId12" Type="http://schemas.openxmlformats.org/officeDocument/2006/relationships/slideLayout" Target="../slideLayouts/slideLayout119.xml"/><Relationship Id="rId13" Type="http://schemas.openxmlformats.org/officeDocument/2006/relationships/slideLayout" Target="../slideLayouts/slideLayout120.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Shape 0"/>
          <p:cNvSpPr/>
          <p:nvPr/>
        </p:nvSpPr>
        <p:spPr>
          <a:xfrm>
            <a:off x="0" y="0"/>
            <a:ext cx="14630040" cy="8229240"/>
          </a:xfrm>
          <a:prstGeom prst="rect">
            <a:avLst/>
          </a:prstGeom>
          <a:solidFill>
            <a:srgbClr val="f0f0f1"/>
          </a:solidFill>
          <a:ln w="0">
            <a:noFill/>
          </a:ln>
        </p:spPr>
        <p:style>
          <a:lnRef idx="0"/>
          <a:fillRef idx="0"/>
          <a:effectRef idx="0"/>
          <a:fontRef idx="minor"/>
        </p:style>
      </p:sp>
      <p:sp>
        <p:nvSpPr>
          <p:cNvPr id="1" name="Shape 1"/>
          <p:cNvSpPr/>
          <p:nvPr/>
        </p:nvSpPr>
        <p:spPr>
          <a:xfrm>
            <a:off x="0" y="0"/>
            <a:ext cx="14630040" cy="8229240"/>
          </a:xfrm>
          <a:prstGeom prst="rect">
            <a:avLst/>
          </a:prstGeom>
          <a:solidFill>
            <a:srgbClr val="ffffff"/>
          </a:solidFill>
          <a:ln w="0">
            <a:noFill/>
          </a:ln>
        </p:spPr>
        <p:style>
          <a:lnRef idx="0"/>
          <a:fillRef idx="0"/>
          <a:effectRef idx="0"/>
          <a:fontRef idx="minor"/>
        </p:style>
      </p:sp>
      <p:sp>
        <p:nvSpPr>
          <p:cNvPr id="2"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r>
              <a:rPr b="0" lang="en-IN" sz="4400" spc="-1" strike="noStrike">
                <a:solidFill>
                  <a:srgbClr val="000000"/>
                </a:solidFill>
                <a:latin typeface="Calibri Light"/>
              </a:rPr>
              <a:t>Click to edit the title </a:t>
            </a:r>
            <a:r>
              <a:rPr b="0" lang="en-IN" sz="4400" spc="-1" strike="noStrike">
                <a:solidFill>
                  <a:srgbClr val="000000"/>
                </a:solidFill>
                <a:latin typeface="Calibri Light"/>
              </a:rPr>
              <a:t>text format</a:t>
            </a:r>
            <a:endParaRPr b="0" lang="en-IN" sz="4400" spc="-1" strike="noStrike">
              <a:solidFill>
                <a:srgbClr val="000000"/>
              </a:solidFill>
              <a:latin typeface="Calibri Light"/>
            </a:endParaRPr>
          </a:p>
        </p:txBody>
      </p:sp>
      <p:sp>
        <p:nvSpPr>
          <p:cNvPr id="3"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solidFill>
                  <a:srgbClr val="000000"/>
                </a:solidFill>
                <a:latin typeface="Calibri"/>
              </a:rPr>
              <a:t>Click to edit the outline text format</a:t>
            </a:r>
            <a:endParaRPr b="0" lang="en-IN" sz="3200" spc="-1" strike="noStrike">
              <a:solidFill>
                <a:srgbClr val="000000"/>
              </a:solidFill>
              <a:latin typeface="Calibri"/>
            </a:endParaRPr>
          </a:p>
          <a:p>
            <a:pPr lvl="1" marL="864000" indent="-324000">
              <a:spcBef>
                <a:spcPts val="1134"/>
              </a:spcBef>
              <a:buClr>
                <a:srgbClr val="000000"/>
              </a:buClr>
              <a:buSzPct val="75000"/>
              <a:buFont typeface="Symbol" charset="2"/>
              <a:buChar char=""/>
            </a:pPr>
            <a:r>
              <a:rPr b="0" lang="en-IN" sz="2400" spc="-1" strike="noStrike">
                <a:solidFill>
                  <a:srgbClr val="000000"/>
                </a:solidFill>
                <a:latin typeface="Calibri"/>
              </a:rPr>
              <a:t>Second Outline Level</a:t>
            </a:r>
            <a:endParaRPr b="0" lang="en-IN" sz="2400" spc="-1" strike="noStrike">
              <a:solidFill>
                <a:srgbClr val="000000"/>
              </a:solidFill>
              <a:latin typeface="Calibri"/>
            </a:endParaRPr>
          </a:p>
          <a:p>
            <a:pPr lvl="2" marL="1296000" indent="-288000">
              <a:spcBef>
                <a:spcPts val="850"/>
              </a:spcBef>
              <a:buClr>
                <a:srgbClr val="000000"/>
              </a:buClr>
              <a:buSzPct val="45000"/>
              <a:buFont typeface="Wingdings" charset="2"/>
              <a:buChar char=""/>
            </a:pPr>
            <a:r>
              <a:rPr b="0" lang="en-IN" sz="2000" spc="-1" strike="noStrike">
                <a:solidFill>
                  <a:srgbClr val="000000"/>
                </a:solidFill>
                <a:latin typeface="Calibri"/>
              </a:rPr>
              <a:t>Third Outline Level</a:t>
            </a:r>
            <a:endParaRPr b="0" lang="en-IN" sz="2000" spc="-1" strike="noStrike">
              <a:solidFill>
                <a:srgbClr val="000000"/>
              </a:solidFill>
              <a:latin typeface="Calibri"/>
            </a:endParaRPr>
          </a:p>
          <a:p>
            <a:pPr lvl="3" marL="1728000" indent="-216000">
              <a:spcBef>
                <a:spcPts val="567"/>
              </a:spcBef>
              <a:buClr>
                <a:srgbClr val="000000"/>
              </a:buClr>
              <a:buSzPct val="75000"/>
              <a:buFont typeface="Symbol" charset="2"/>
              <a:buChar char=""/>
            </a:pPr>
            <a:r>
              <a:rPr b="0" lang="en-IN" sz="2000" spc="-1" strike="noStrike">
                <a:solidFill>
                  <a:srgbClr val="000000"/>
                </a:solidFill>
                <a:latin typeface="Calibri"/>
              </a:rPr>
              <a:t>Fourth Outline Level</a:t>
            </a:r>
            <a:endParaRPr b="0" lang="en-IN" sz="2000" spc="-1" strike="noStrike">
              <a:solidFill>
                <a:srgbClr val="000000"/>
              </a:solidFill>
              <a:latin typeface="Calibri"/>
            </a:endParaRPr>
          </a:p>
          <a:p>
            <a:pPr lvl="4" marL="2160000" indent="-216000">
              <a:spcBef>
                <a:spcPts val="283"/>
              </a:spcBef>
              <a:buClr>
                <a:srgbClr val="000000"/>
              </a:buClr>
              <a:buSzPct val="45000"/>
              <a:buFont typeface="Wingdings" charset="2"/>
              <a:buChar char=""/>
            </a:pPr>
            <a:r>
              <a:rPr b="0" lang="en-IN" sz="2000" spc="-1" strike="noStrike">
                <a:solidFill>
                  <a:srgbClr val="000000"/>
                </a:solidFill>
                <a:latin typeface="Calibri"/>
              </a:rPr>
              <a:t>Fifth Outline Level</a:t>
            </a:r>
            <a:endParaRPr b="0" lang="en-IN" sz="2000" spc="-1" strike="noStrike">
              <a:solidFill>
                <a:srgbClr val="000000"/>
              </a:solidFill>
              <a:latin typeface="Calibri"/>
            </a:endParaRPr>
          </a:p>
          <a:p>
            <a:pPr lvl="5" marL="2592000" indent="-216000">
              <a:spcBef>
                <a:spcPts val="283"/>
              </a:spcBef>
              <a:buClr>
                <a:srgbClr val="000000"/>
              </a:buClr>
              <a:buSzPct val="45000"/>
              <a:buFont typeface="Wingdings" charset="2"/>
              <a:buChar char=""/>
            </a:pPr>
            <a:r>
              <a:rPr b="0" lang="en-IN" sz="2000" spc="-1" strike="noStrike">
                <a:solidFill>
                  <a:srgbClr val="000000"/>
                </a:solidFill>
                <a:latin typeface="Calibri"/>
              </a:rPr>
              <a:t>Sixth Outline Level</a:t>
            </a:r>
            <a:endParaRPr b="0" lang="en-IN" sz="2000" spc="-1" strike="noStrike">
              <a:solidFill>
                <a:srgbClr val="000000"/>
              </a:solidFill>
              <a:latin typeface="Calibri"/>
            </a:endParaRPr>
          </a:p>
          <a:p>
            <a:pPr lvl="6" marL="3024000" indent="-216000">
              <a:spcBef>
                <a:spcPts val="283"/>
              </a:spcBef>
              <a:buClr>
                <a:srgbClr val="000000"/>
              </a:buClr>
              <a:buSzPct val="45000"/>
              <a:buFont typeface="Wingdings" charset="2"/>
              <a:buChar char=""/>
            </a:pPr>
            <a:r>
              <a:rPr b="0" lang="en-IN" sz="2000" spc="-1" strike="noStrike">
                <a:solidFill>
                  <a:srgbClr val="000000"/>
                </a:solidFill>
                <a:latin typeface="Calibri"/>
              </a:rPr>
              <a:t>Seventh Outline Level</a:t>
            </a:r>
            <a:endParaRPr b="0" lang="en-IN" sz="2000" spc="-1" strike="noStrike">
              <a:solidFill>
                <a:srgbClr val="000000"/>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 name="Shape 0"/>
          <p:cNvSpPr/>
          <p:nvPr/>
        </p:nvSpPr>
        <p:spPr>
          <a:xfrm>
            <a:off x="0" y="0"/>
            <a:ext cx="14630040" cy="8229240"/>
          </a:xfrm>
          <a:prstGeom prst="rect">
            <a:avLst/>
          </a:prstGeom>
          <a:solidFill>
            <a:srgbClr val="f0f0f1"/>
          </a:solidFill>
          <a:ln w="0">
            <a:noFill/>
          </a:ln>
        </p:spPr>
        <p:style>
          <a:lnRef idx="0"/>
          <a:fillRef idx="0"/>
          <a:effectRef idx="0"/>
          <a:fontRef idx="minor"/>
        </p:style>
      </p:sp>
      <p:sp>
        <p:nvSpPr>
          <p:cNvPr id="41" name="Shape 1"/>
          <p:cNvSpPr/>
          <p:nvPr/>
        </p:nvSpPr>
        <p:spPr>
          <a:xfrm>
            <a:off x="0" y="0"/>
            <a:ext cx="14630040" cy="8229240"/>
          </a:xfrm>
          <a:prstGeom prst="rect">
            <a:avLst/>
          </a:prstGeom>
          <a:solidFill>
            <a:srgbClr val="ffffff"/>
          </a:solidFill>
          <a:ln w="0">
            <a:noFill/>
          </a:ln>
        </p:spPr>
        <p:style>
          <a:lnRef idx="0"/>
          <a:fillRef idx="0"/>
          <a:effectRef idx="0"/>
          <a:fontRef idx="minor"/>
        </p:style>
      </p:sp>
      <p:sp>
        <p:nvSpPr>
          <p:cNvPr id="42"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r>
              <a:rPr b="0" lang="en-IN" sz="4400" spc="-1" strike="noStrike">
                <a:solidFill>
                  <a:srgbClr val="000000"/>
                </a:solidFill>
                <a:latin typeface="Calibri Light"/>
              </a:rPr>
              <a:t>Click to </a:t>
            </a:r>
            <a:r>
              <a:rPr b="0" lang="en-IN" sz="4400" spc="-1" strike="noStrike">
                <a:solidFill>
                  <a:srgbClr val="000000"/>
                </a:solidFill>
                <a:latin typeface="Calibri Light"/>
              </a:rPr>
              <a:t>edit the </a:t>
            </a:r>
            <a:r>
              <a:rPr b="0" lang="en-IN" sz="4400" spc="-1" strike="noStrike">
                <a:solidFill>
                  <a:srgbClr val="000000"/>
                </a:solidFill>
                <a:latin typeface="Calibri Light"/>
              </a:rPr>
              <a:t>title </a:t>
            </a:r>
            <a:r>
              <a:rPr b="0" lang="en-IN" sz="4400" spc="-1" strike="noStrike">
                <a:solidFill>
                  <a:srgbClr val="000000"/>
                </a:solidFill>
                <a:latin typeface="Calibri Light"/>
              </a:rPr>
              <a:t>text </a:t>
            </a:r>
            <a:r>
              <a:rPr b="0" lang="en-IN" sz="4400" spc="-1" strike="noStrike">
                <a:solidFill>
                  <a:srgbClr val="000000"/>
                </a:solidFill>
                <a:latin typeface="Calibri Light"/>
              </a:rPr>
              <a:t>format</a:t>
            </a:r>
            <a:endParaRPr b="0" lang="en-IN" sz="4400" spc="-1" strike="noStrike">
              <a:solidFill>
                <a:srgbClr val="000000"/>
              </a:solidFill>
              <a:latin typeface="Calibri Light"/>
            </a:endParaRPr>
          </a:p>
        </p:txBody>
      </p:sp>
      <p:sp>
        <p:nvSpPr>
          <p:cNvPr id="43"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solidFill>
                  <a:srgbClr val="000000"/>
                </a:solidFill>
                <a:latin typeface="Calibri"/>
              </a:rPr>
              <a:t>Click to edit the outline text format</a:t>
            </a:r>
            <a:endParaRPr b="0" lang="en-IN" sz="3200" spc="-1" strike="noStrike">
              <a:solidFill>
                <a:srgbClr val="000000"/>
              </a:solidFill>
              <a:latin typeface="Calibri"/>
            </a:endParaRPr>
          </a:p>
          <a:p>
            <a:pPr lvl="1" marL="864000" indent="-324000">
              <a:spcBef>
                <a:spcPts val="1134"/>
              </a:spcBef>
              <a:buClr>
                <a:srgbClr val="000000"/>
              </a:buClr>
              <a:buSzPct val="75000"/>
              <a:buFont typeface="Symbol" charset="2"/>
              <a:buChar char=""/>
            </a:pPr>
            <a:r>
              <a:rPr b="0" lang="en-IN" sz="2400" spc="-1" strike="noStrike">
                <a:solidFill>
                  <a:srgbClr val="000000"/>
                </a:solidFill>
                <a:latin typeface="Calibri"/>
              </a:rPr>
              <a:t>Second Outline Level</a:t>
            </a:r>
            <a:endParaRPr b="0" lang="en-IN" sz="2400" spc="-1" strike="noStrike">
              <a:solidFill>
                <a:srgbClr val="000000"/>
              </a:solidFill>
              <a:latin typeface="Calibri"/>
            </a:endParaRPr>
          </a:p>
          <a:p>
            <a:pPr lvl="2" marL="1296000" indent="-288000">
              <a:spcBef>
                <a:spcPts val="850"/>
              </a:spcBef>
              <a:buClr>
                <a:srgbClr val="000000"/>
              </a:buClr>
              <a:buSzPct val="45000"/>
              <a:buFont typeface="Wingdings" charset="2"/>
              <a:buChar char=""/>
            </a:pPr>
            <a:r>
              <a:rPr b="0" lang="en-IN" sz="2000" spc="-1" strike="noStrike">
                <a:solidFill>
                  <a:srgbClr val="000000"/>
                </a:solidFill>
                <a:latin typeface="Calibri"/>
              </a:rPr>
              <a:t>Third Outline Level</a:t>
            </a:r>
            <a:endParaRPr b="0" lang="en-IN" sz="2000" spc="-1" strike="noStrike">
              <a:solidFill>
                <a:srgbClr val="000000"/>
              </a:solidFill>
              <a:latin typeface="Calibri"/>
            </a:endParaRPr>
          </a:p>
          <a:p>
            <a:pPr lvl="3" marL="1728000" indent="-216000">
              <a:spcBef>
                <a:spcPts val="567"/>
              </a:spcBef>
              <a:buClr>
                <a:srgbClr val="000000"/>
              </a:buClr>
              <a:buSzPct val="75000"/>
              <a:buFont typeface="Symbol" charset="2"/>
              <a:buChar char=""/>
            </a:pPr>
            <a:r>
              <a:rPr b="0" lang="en-IN" sz="2000" spc="-1" strike="noStrike">
                <a:solidFill>
                  <a:srgbClr val="000000"/>
                </a:solidFill>
                <a:latin typeface="Calibri"/>
              </a:rPr>
              <a:t>Fourth Outline Level</a:t>
            </a:r>
            <a:endParaRPr b="0" lang="en-IN" sz="2000" spc="-1" strike="noStrike">
              <a:solidFill>
                <a:srgbClr val="000000"/>
              </a:solidFill>
              <a:latin typeface="Calibri"/>
            </a:endParaRPr>
          </a:p>
          <a:p>
            <a:pPr lvl="4" marL="2160000" indent="-216000">
              <a:spcBef>
                <a:spcPts val="283"/>
              </a:spcBef>
              <a:buClr>
                <a:srgbClr val="000000"/>
              </a:buClr>
              <a:buSzPct val="45000"/>
              <a:buFont typeface="Wingdings" charset="2"/>
              <a:buChar char=""/>
            </a:pPr>
            <a:r>
              <a:rPr b="0" lang="en-IN" sz="2000" spc="-1" strike="noStrike">
                <a:solidFill>
                  <a:srgbClr val="000000"/>
                </a:solidFill>
                <a:latin typeface="Calibri"/>
              </a:rPr>
              <a:t>Fifth Outline Level</a:t>
            </a:r>
            <a:endParaRPr b="0" lang="en-IN" sz="2000" spc="-1" strike="noStrike">
              <a:solidFill>
                <a:srgbClr val="000000"/>
              </a:solidFill>
              <a:latin typeface="Calibri"/>
            </a:endParaRPr>
          </a:p>
          <a:p>
            <a:pPr lvl="5" marL="2592000" indent="-216000">
              <a:spcBef>
                <a:spcPts val="283"/>
              </a:spcBef>
              <a:buClr>
                <a:srgbClr val="000000"/>
              </a:buClr>
              <a:buSzPct val="45000"/>
              <a:buFont typeface="Wingdings" charset="2"/>
              <a:buChar char=""/>
            </a:pPr>
            <a:r>
              <a:rPr b="0" lang="en-IN" sz="2000" spc="-1" strike="noStrike">
                <a:solidFill>
                  <a:srgbClr val="000000"/>
                </a:solidFill>
                <a:latin typeface="Calibri"/>
              </a:rPr>
              <a:t>Sixth Outline Level</a:t>
            </a:r>
            <a:endParaRPr b="0" lang="en-IN" sz="2000" spc="-1" strike="noStrike">
              <a:solidFill>
                <a:srgbClr val="000000"/>
              </a:solidFill>
              <a:latin typeface="Calibri"/>
            </a:endParaRPr>
          </a:p>
          <a:p>
            <a:pPr lvl="6" marL="3024000" indent="-216000">
              <a:spcBef>
                <a:spcPts val="283"/>
              </a:spcBef>
              <a:buClr>
                <a:srgbClr val="000000"/>
              </a:buClr>
              <a:buSzPct val="45000"/>
              <a:buFont typeface="Wingdings" charset="2"/>
              <a:buChar char=""/>
            </a:pPr>
            <a:r>
              <a:rPr b="0" lang="en-IN" sz="2000" spc="-1" strike="noStrike">
                <a:solidFill>
                  <a:srgbClr val="000000"/>
                </a:solidFill>
                <a:latin typeface="Calibri"/>
              </a:rPr>
              <a:t>Seventh Outline Level</a:t>
            </a:r>
            <a:endParaRPr b="0" lang="en-IN" sz="2000" spc="-1" strike="noStrike">
              <a:solidFill>
                <a:srgbClr val="000000"/>
              </a:solidFill>
              <a:latin typeface="Calibri"/>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Shape 0"/>
          <p:cNvSpPr/>
          <p:nvPr/>
        </p:nvSpPr>
        <p:spPr>
          <a:xfrm>
            <a:off x="0" y="0"/>
            <a:ext cx="14630040" cy="8229240"/>
          </a:xfrm>
          <a:prstGeom prst="rect">
            <a:avLst/>
          </a:prstGeom>
          <a:solidFill>
            <a:srgbClr val="f0f0f1"/>
          </a:solidFill>
          <a:ln w="0">
            <a:noFill/>
          </a:ln>
        </p:spPr>
        <p:style>
          <a:lnRef idx="0"/>
          <a:fillRef idx="0"/>
          <a:effectRef idx="0"/>
          <a:fontRef idx="minor"/>
        </p:style>
      </p:sp>
      <p:sp>
        <p:nvSpPr>
          <p:cNvPr id="81" name="Shape 1"/>
          <p:cNvSpPr/>
          <p:nvPr/>
        </p:nvSpPr>
        <p:spPr>
          <a:xfrm>
            <a:off x="0" y="0"/>
            <a:ext cx="14630040" cy="8229240"/>
          </a:xfrm>
          <a:prstGeom prst="rect">
            <a:avLst/>
          </a:prstGeom>
          <a:solidFill>
            <a:srgbClr val="ffffff"/>
          </a:solidFill>
          <a:ln w="0">
            <a:noFill/>
          </a:ln>
        </p:spPr>
        <p:style>
          <a:lnRef idx="0"/>
          <a:fillRef idx="0"/>
          <a:effectRef idx="0"/>
          <a:fontRef idx="minor"/>
        </p:style>
      </p:sp>
      <p:sp>
        <p:nvSpPr>
          <p:cNvPr id="82"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r>
              <a:rPr b="0" lang="en-IN" sz="4400" spc="-1" strike="noStrike">
                <a:solidFill>
                  <a:srgbClr val="000000"/>
                </a:solidFill>
                <a:latin typeface="Calibri Light"/>
              </a:rPr>
              <a:t>Click to edit the title text format</a:t>
            </a:r>
            <a:endParaRPr b="0" lang="en-IN" sz="4400" spc="-1" strike="noStrike">
              <a:solidFill>
                <a:srgbClr val="000000"/>
              </a:solidFill>
              <a:latin typeface="Calibri Light"/>
            </a:endParaRPr>
          </a:p>
        </p:txBody>
      </p:sp>
      <p:sp>
        <p:nvSpPr>
          <p:cNvPr id="83"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solidFill>
                  <a:srgbClr val="000000"/>
                </a:solidFill>
                <a:latin typeface="Calibri"/>
              </a:rPr>
              <a:t>Click to edit the outline text format</a:t>
            </a:r>
            <a:endParaRPr b="0" lang="en-IN" sz="3200" spc="-1" strike="noStrike">
              <a:solidFill>
                <a:srgbClr val="000000"/>
              </a:solidFill>
              <a:latin typeface="Calibri"/>
            </a:endParaRPr>
          </a:p>
          <a:p>
            <a:pPr lvl="1" marL="864000" indent="-324000">
              <a:spcBef>
                <a:spcPts val="1134"/>
              </a:spcBef>
              <a:buClr>
                <a:srgbClr val="000000"/>
              </a:buClr>
              <a:buSzPct val="75000"/>
              <a:buFont typeface="Symbol" charset="2"/>
              <a:buChar char=""/>
            </a:pPr>
            <a:r>
              <a:rPr b="0" lang="en-IN" sz="2400" spc="-1" strike="noStrike">
                <a:solidFill>
                  <a:srgbClr val="000000"/>
                </a:solidFill>
                <a:latin typeface="Calibri"/>
              </a:rPr>
              <a:t>Second Outline Level</a:t>
            </a:r>
            <a:endParaRPr b="0" lang="en-IN" sz="2400" spc="-1" strike="noStrike">
              <a:solidFill>
                <a:srgbClr val="000000"/>
              </a:solidFill>
              <a:latin typeface="Calibri"/>
            </a:endParaRPr>
          </a:p>
          <a:p>
            <a:pPr lvl="2" marL="1296000" indent="-288000">
              <a:spcBef>
                <a:spcPts val="850"/>
              </a:spcBef>
              <a:buClr>
                <a:srgbClr val="000000"/>
              </a:buClr>
              <a:buSzPct val="45000"/>
              <a:buFont typeface="Wingdings" charset="2"/>
              <a:buChar char=""/>
            </a:pPr>
            <a:r>
              <a:rPr b="0" lang="en-IN" sz="2000" spc="-1" strike="noStrike">
                <a:solidFill>
                  <a:srgbClr val="000000"/>
                </a:solidFill>
                <a:latin typeface="Calibri"/>
              </a:rPr>
              <a:t>Third Outline Level</a:t>
            </a:r>
            <a:endParaRPr b="0" lang="en-IN" sz="2000" spc="-1" strike="noStrike">
              <a:solidFill>
                <a:srgbClr val="000000"/>
              </a:solidFill>
              <a:latin typeface="Calibri"/>
            </a:endParaRPr>
          </a:p>
          <a:p>
            <a:pPr lvl="3" marL="1728000" indent="-216000">
              <a:spcBef>
                <a:spcPts val="567"/>
              </a:spcBef>
              <a:buClr>
                <a:srgbClr val="000000"/>
              </a:buClr>
              <a:buSzPct val="75000"/>
              <a:buFont typeface="Symbol" charset="2"/>
              <a:buChar char=""/>
            </a:pPr>
            <a:r>
              <a:rPr b="0" lang="en-IN" sz="2000" spc="-1" strike="noStrike">
                <a:solidFill>
                  <a:srgbClr val="000000"/>
                </a:solidFill>
                <a:latin typeface="Calibri"/>
              </a:rPr>
              <a:t>Fourth Outline Level</a:t>
            </a:r>
            <a:endParaRPr b="0" lang="en-IN" sz="2000" spc="-1" strike="noStrike">
              <a:solidFill>
                <a:srgbClr val="000000"/>
              </a:solidFill>
              <a:latin typeface="Calibri"/>
            </a:endParaRPr>
          </a:p>
          <a:p>
            <a:pPr lvl="4" marL="2160000" indent="-216000">
              <a:spcBef>
                <a:spcPts val="283"/>
              </a:spcBef>
              <a:buClr>
                <a:srgbClr val="000000"/>
              </a:buClr>
              <a:buSzPct val="45000"/>
              <a:buFont typeface="Wingdings" charset="2"/>
              <a:buChar char=""/>
            </a:pPr>
            <a:r>
              <a:rPr b="0" lang="en-IN" sz="2000" spc="-1" strike="noStrike">
                <a:solidFill>
                  <a:srgbClr val="000000"/>
                </a:solidFill>
                <a:latin typeface="Calibri"/>
              </a:rPr>
              <a:t>Fifth Outline Level</a:t>
            </a:r>
            <a:endParaRPr b="0" lang="en-IN" sz="2000" spc="-1" strike="noStrike">
              <a:solidFill>
                <a:srgbClr val="000000"/>
              </a:solidFill>
              <a:latin typeface="Calibri"/>
            </a:endParaRPr>
          </a:p>
          <a:p>
            <a:pPr lvl="5" marL="2592000" indent="-216000">
              <a:spcBef>
                <a:spcPts val="283"/>
              </a:spcBef>
              <a:buClr>
                <a:srgbClr val="000000"/>
              </a:buClr>
              <a:buSzPct val="45000"/>
              <a:buFont typeface="Wingdings" charset="2"/>
              <a:buChar char=""/>
            </a:pPr>
            <a:r>
              <a:rPr b="0" lang="en-IN" sz="2000" spc="-1" strike="noStrike">
                <a:solidFill>
                  <a:srgbClr val="000000"/>
                </a:solidFill>
                <a:latin typeface="Calibri"/>
              </a:rPr>
              <a:t>Sixth Outline Level</a:t>
            </a:r>
            <a:endParaRPr b="0" lang="en-IN" sz="2000" spc="-1" strike="noStrike">
              <a:solidFill>
                <a:srgbClr val="000000"/>
              </a:solidFill>
              <a:latin typeface="Calibri"/>
            </a:endParaRPr>
          </a:p>
          <a:p>
            <a:pPr lvl="6" marL="3024000" indent="-216000">
              <a:spcBef>
                <a:spcPts val="283"/>
              </a:spcBef>
              <a:buClr>
                <a:srgbClr val="000000"/>
              </a:buClr>
              <a:buSzPct val="45000"/>
              <a:buFont typeface="Wingdings" charset="2"/>
              <a:buChar char=""/>
            </a:pPr>
            <a:r>
              <a:rPr b="0" lang="en-IN" sz="2000" spc="-1" strike="noStrike">
                <a:solidFill>
                  <a:srgbClr val="000000"/>
                </a:solidFill>
                <a:latin typeface="Calibri"/>
              </a:rPr>
              <a:t>Seventh Outline Level</a:t>
            </a:r>
            <a:endParaRPr b="0" lang="en-IN" sz="2000" spc="-1" strike="noStrike">
              <a:solidFill>
                <a:srgbClr val="000000"/>
              </a:solidFill>
              <a:latin typeface="Calibri"/>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Shape 0"/>
          <p:cNvSpPr/>
          <p:nvPr/>
        </p:nvSpPr>
        <p:spPr>
          <a:xfrm>
            <a:off x="0" y="0"/>
            <a:ext cx="14630040" cy="8229240"/>
          </a:xfrm>
          <a:prstGeom prst="rect">
            <a:avLst/>
          </a:prstGeom>
          <a:solidFill>
            <a:srgbClr val="f0f0f1"/>
          </a:solidFill>
          <a:ln w="0">
            <a:noFill/>
          </a:ln>
        </p:spPr>
        <p:style>
          <a:lnRef idx="0"/>
          <a:fillRef idx="0"/>
          <a:effectRef idx="0"/>
          <a:fontRef idx="minor"/>
        </p:style>
      </p:sp>
      <p:sp>
        <p:nvSpPr>
          <p:cNvPr id="121" name="Shape 1"/>
          <p:cNvSpPr/>
          <p:nvPr/>
        </p:nvSpPr>
        <p:spPr>
          <a:xfrm>
            <a:off x="0" y="0"/>
            <a:ext cx="14630040" cy="8229240"/>
          </a:xfrm>
          <a:prstGeom prst="rect">
            <a:avLst/>
          </a:prstGeom>
          <a:solidFill>
            <a:srgbClr val="ffffff"/>
          </a:solidFill>
          <a:ln w="0">
            <a:noFill/>
          </a:ln>
        </p:spPr>
        <p:style>
          <a:lnRef idx="0"/>
          <a:fillRef idx="0"/>
          <a:effectRef idx="0"/>
          <a:fontRef idx="minor"/>
        </p:style>
      </p:sp>
      <p:sp>
        <p:nvSpPr>
          <p:cNvPr id="122"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r>
              <a:rPr b="0" lang="en-IN" sz="4400" spc="-1" strike="noStrike">
                <a:solidFill>
                  <a:srgbClr val="000000"/>
                </a:solidFill>
                <a:latin typeface="Calibri Light"/>
              </a:rPr>
              <a:t>Click to </a:t>
            </a:r>
            <a:r>
              <a:rPr b="0" lang="en-IN" sz="4400" spc="-1" strike="noStrike">
                <a:solidFill>
                  <a:srgbClr val="000000"/>
                </a:solidFill>
                <a:latin typeface="Calibri Light"/>
              </a:rPr>
              <a:t>edit the </a:t>
            </a:r>
            <a:r>
              <a:rPr b="0" lang="en-IN" sz="4400" spc="-1" strike="noStrike">
                <a:solidFill>
                  <a:srgbClr val="000000"/>
                </a:solidFill>
                <a:latin typeface="Calibri Light"/>
              </a:rPr>
              <a:t>title text </a:t>
            </a:r>
            <a:r>
              <a:rPr b="0" lang="en-IN" sz="4400" spc="-1" strike="noStrike">
                <a:solidFill>
                  <a:srgbClr val="000000"/>
                </a:solidFill>
                <a:latin typeface="Calibri Light"/>
              </a:rPr>
              <a:t>format</a:t>
            </a:r>
            <a:endParaRPr b="0" lang="en-IN" sz="4400" spc="-1" strike="noStrike">
              <a:solidFill>
                <a:srgbClr val="000000"/>
              </a:solidFill>
              <a:latin typeface="Calibri Light"/>
            </a:endParaRPr>
          </a:p>
        </p:txBody>
      </p:sp>
      <p:sp>
        <p:nvSpPr>
          <p:cNvPr id="123"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solidFill>
                  <a:srgbClr val="000000"/>
                </a:solidFill>
                <a:latin typeface="Calibri"/>
              </a:rPr>
              <a:t>Click to edit the outline text format</a:t>
            </a:r>
            <a:endParaRPr b="0" lang="en-IN" sz="3200" spc="-1" strike="noStrike">
              <a:solidFill>
                <a:srgbClr val="000000"/>
              </a:solidFill>
              <a:latin typeface="Calibri"/>
            </a:endParaRPr>
          </a:p>
          <a:p>
            <a:pPr lvl="1" marL="864000" indent="-324000">
              <a:spcBef>
                <a:spcPts val="1134"/>
              </a:spcBef>
              <a:buClr>
                <a:srgbClr val="000000"/>
              </a:buClr>
              <a:buSzPct val="75000"/>
              <a:buFont typeface="Symbol" charset="2"/>
              <a:buChar char=""/>
            </a:pPr>
            <a:r>
              <a:rPr b="0" lang="en-IN" sz="2400" spc="-1" strike="noStrike">
                <a:solidFill>
                  <a:srgbClr val="000000"/>
                </a:solidFill>
                <a:latin typeface="Calibri"/>
              </a:rPr>
              <a:t>Second Outline Level</a:t>
            </a:r>
            <a:endParaRPr b="0" lang="en-IN" sz="2400" spc="-1" strike="noStrike">
              <a:solidFill>
                <a:srgbClr val="000000"/>
              </a:solidFill>
              <a:latin typeface="Calibri"/>
            </a:endParaRPr>
          </a:p>
          <a:p>
            <a:pPr lvl="2" marL="1296000" indent="-288000">
              <a:spcBef>
                <a:spcPts val="850"/>
              </a:spcBef>
              <a:buClr>
                <a:srgbClr val="000000"/>
              </a:buClr>
              <a:buSzPct val="45000"/>
              <a:buFont typeface="Wingdings" charset="2"/>
              <a:buChar char=""/>
            </a:pPr>
            <a:r>
              <a:rPr b="0" lang="en-IN" sz="2000" spc="-1" strike="noStrike">
                <a:solidFill>
                  <a:srgbClr val="000000"/>
                </a:solidFill>
                <a:latin typeface="Calibri"/>
              </a:rPr>
              <a:t>Third Outline Level</a:t>
            </a:r>
            <a:endParaRPr b="0" lang="en-IN" sz="2000" spc="-1" strike="noStrike">
              <a:solidFill>
                <a:srgbClr val="000000"/>
              </a:solidFill>
              <a:latin typeface="Calibri"/>
            </a:endParaRPr>
          </a:p>
          <a:p>
            <a:pPr lvl="3" marL="1728000" indent="-216000">
              <a:spcBef>
                <a:spcPts val="567"/>
              </a:spcBef>
              <a:buClr>
                <a:srgbClr val="000000"/>
              </a:buClr>
              <a:buSzPct val="75000"/>
              <a:buFont typeface="Symbol" charset="2"/>
              <a:buChar char=""/>
            </a:pPr>
            <a:r>
              <a:rPr b="0" lang="en-IN" sz="2000" spc="-1" strike="noStrike">
                <a:solidFill>
                  <a:srgbClr val="000000"/>
                </a:solidFill>
                <a:latin typeface="Calibri"/>
              </a:rPr>
              <a:t>Fourth Outline Level</a:t>
            </a:r>
            <a:endParaRPr b="0" lang="en-IN" sz="2000" spc="-1" strike="noStrike">
              <a:solidFill>
                <a:srgbClr val="000000"/>
              </a:solidFill>
              <a:latin typeface="Calibri"/>
            </a:endParaRPr>
          </a:p>
          <a:p>
            <a:pPr lvl="4" marL="2160000" indent="-216000">
              <a:spcBef>
                <a:spcPts val="283"/>
              </a:spcBef>
              <a:buClr>
                <a:srgbClr val="000000"/>
              </a:buClr>
              <a:buSzPct val="45000"/>
              <a:buFont typeface="Wingdings" charset="2"/>
              <a:buChar char=""/>
            </a:pPr>
            <a:r>
              <a:rPr b="0" lang="en-IN" sz="2000" spc="-1" strike="noStrike">
                <a:solidFill>
                  <a:srgbClr val="000000"/>
                </a:solidFill>
                <a:latin typeface="Calibri"/>
              </a:rPr>
              <a:t>Fifth Outline Level</a:t>
            </a:r>
            <a:endParaRPr b="0" lang="en-IN" sz="2000" spc="-1" strike="noStrike">
              <a:solidFill>
                <a:srgbClr val="000000"/>
              </a:solidFill>
              <a:latin typeface="Calibri"/>
            </a:endParaRPr>
          </a:p>
          <a:p>
            <a:pPr lvl="5" marL="2592000" indent="-216000">
              <a:spcBef>
                <a:spcPts val="283"/>
              </a:spcBef>
              <a:buClr>
                <a:srgbClr val="000000"/>
              </a:buClr>
              <a:buSzPct val="45000"/>
              <a:buFont typeface="Wingdings" charset="2"/>
              <a:buChar char=""/>
            </a:pPr>
            <a:r>
              <a:rPr b="0" lang="en-IN" sz="2000" spc="-1" strike="noStrike">
                <a:solidFill>
                  <a:srgbClr val="000000"/>
                </a:solidFill>
                <a:latin typeface="Calibri"/>
              </a:rPr>
              <a:t>Sixth Outline Level</a:t>
            </a:r>
            <a:endParaRPr b="0" lang="en-IN" sz="2000" spc="-1" strike="noStrike">
              <a:solidFill>
                <a:srgbClr val="000000"/>
              </a:solidFill>
              <a:latin typeface="Calibri"/>
            </a:endParaRPr>
          </a:p>
          <a:p>
            <a:pPr lvl="6" marL="3024000" indent="-216000">
              <a:spcBef>
                <a:spcPts val="283"/>
              </a:spcBef>
              <a:buClr>
                <a:srgbClr val="000000"/>
              </a:buClr>
              <a:buSzPct val="45000"/>
              <a:buFont typeface="Wingdings" charset="2"/>
              <a:buChar char=""/>
            </a:pPr>
            <a:r>
              <a:rPr b="0" lang="en-IN" sz="2000" spc="-1" strike="noStrike">
                <a:solidFill>
                  <a:srgbClr val="000000"/>
                </a:solidFill>
                <a:latin typeface="Calibri"/>
              </a:rPr>
              <a:t>Seventh Outline Level</a:t>
            </a:r>
            <a:endParaRPr b="0" lang="en-IN" sz="2000" spc="-1" strike="noStrike">
              <a:solidFill>
                <a:srgbClr val="000000"/>
              </a:solidFill>
              <a:latin typeface="Calibri"/>
            </a:endParaRPr>
          </a:p>
        </p:txBody>
      </p:sp>
    </p:spTree>
  </p:cSld>
  <p:clrMap bg1="lt1" bg2="lt2" tx1="dk1" tx2="dk2" accent1="accent1" accent2="accent2" accent3="accent3" accent4="accent4" accent5="accent5" accent6="accent6" hlink="hlink" folHlink="fol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0" name="Shape 0"/>
          <p:cNvSpPr/>
          <p:nvPr/>
        </p:nvSpPr>
        <p:spPr>
          <a:xfrm>
            <a:off x="0" y="0"/>
            <a:ext cx="14630040" cy="8229240"/>
          </a:xfrm>
          <a:prstGeom prst="rect">
            <a:avLst/>
          </a:prstGeom>
          <a:solidFill>
            <a:srgbClr val="f0f0f1"/>
          </a:solidFill>
          <a:ln w="0">
            <a:noFill/>
          </a:ln>
        </p:spPr>
        <p:style>
          <a:lnRef idx="0"/>
          <a:fillRef idx="0"/>
          <a:effectRef idx="0"/>
          <a:fontRef idx="minor"/>
        </p:style>
      </p:sp>
      <p:sp>
        <p:nvSpPr>
          <p:cNvPr id="161" name="Shape 1"/>
          <p:cNvSpPr/>
          <p:nvPr/>
        </p:nvSpPr>
        <p:spPr>
          <a:xfrm>
            <a:off x="0" y="0"/>
            <a:ext cx="14630040" cy="8229240"/>
          </a:xfrm>
          <a:prstGeom prst="rect">
            <a:avLst/>
          </a:prstGeom>
          <a:solidFill>
            <a:srgbClr val="ffffff"/>
          </a:solidFill>
          <a:ln w="0">
            <a:noFill/>
          </a:ln>
        </p:spPr>
        <p:style>
          <a:lnRef idx="0"/>
          <a:fillRef idx="0"/>
          <a:effectRef idx="0"/>
          <a:fontRef idx="minor"/>
        </p:style>
      </p:sp>
      <p:sp>
        <p:nvSpPr>
          <p:cNvPr id="162"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r>
              <a:rPr b="0" lang="en-IN" sz="4400" spc="-1" strike="noStrike">
                <a:solidFill>
                  <a:srgbClr val="000000"/>
                </a:solidFill>
                <a:latin typeface="Calibri Light"/>
              </a:rPr>
              <a:t>Click to </a:t>
            </a:r>
            <a:r>
              <a:rPr b="0" lang="en-IN" sz="4400" spc="-1" strike="noStrike">
                <a:solidFill>
                  <a:srgbClr val="000000"/>
                </a:solidFill>
                <a:latin typeface="Calibri Light"/>
              </a:rPr>
              <a:t>edit the </a:t>
            </a:r>
            <a:r>
              <a:rPr b="0" lang="en-IN" sz="4400" spc="-1" strike="noStrike">
                <a:solidFill>
                  <a:srgbClr val="000000"/>
                </a:solidFill>
                <a:latin typeface="Calibri Light"/>
              </a:rPr>
              <a:t>title text </a:t>
            </a:r>
            <a:r>
              <a:rPr b="0" lang="en-IN" sz="4400" spc="-1" strike="noStrike">
                <a:solidFill>
                  <a:srgbClr val="000000"/>
                </a:solidFill>
                <a:latin typeface="Calibri Light"/>
              </a:rPr>
              <a:t>format</a:t>
            </a:r>
            <a:endParaRPr b="0" lang="en-IN" sz="4400" spc="-1" strike="noStrike">
              <a:solidFill>
                <a:srgbClr val="000000"/>
              </a:solidFill>
              <a:latin typeface="Calibri Light"/>
            </a:endParaRPr>
          </a:p>
        </p:txBody>
      </p:sp>
      <p:sp>
        <p:nvSpPr>
          <p:cNvPr id="163"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solidFill>
                  <a:srgbClr val="000000"/>
                </a:solidFill>
                <a:latin typeface="Calibri"/>
              </a:rPr>
              <a:t>Click to edit the outline text format</a:t>
            </a:r>
            <a:endParaRPr b="0" lang="en-IN" sz="3200" spc="-1" strike="noStrike">
              <a:solidFill>
                <a:srgbClr val="000000"/>
              </a:solidFill>
              <a:latin typeface="Calibri"/>
            </a:endParaRPr>
          </a:p>
          <a:p>
            <a:pPr lvl="1" marL="864000" indent="-324000">
              <a:spcBef>
                <a:spcPts val="1134"/>
              </a:spcBef>
              <a:buClr>
                <a:srgbClr val="000000"/>
              </a:buClr>
              <a:buSzPct val="75000"/>
              <a:buFont typeface="Symbol" charset="2"/>
              <a:buChar char=""/>
            </a:pPr>
            <a:r>
              <a:rPr b="0" lang="en-IN" sz="2400" spc="-1" strike="noStrike">
                <a:solidFill>
                  <a:srgbClr val="000000"/>
                </a:solidFill>
                <a:latin typeface="Calibri"/>
              </a:rPr>
              <a:t>Second Outline Level</a:t>
            </a:r>
            <a:endParaRPr b="0" lang="en-IN" sz="2400" spc="-1" strike="noStrike">
              <a:solidFill>
                <a:srgbClr val="000000"/>
              </a:solidFill>
              <a:latin typeface="Calibri"/>
            </a:endParaRPr>
          </a:p>
          <a:p>
            <a:pPr lvl="2" marL="1296000" indent="-288000">
              <a:spcBef>
                <a:spcPts val="850"/>
              </a:spcBef>
              <a:buClr>
                <a:srgbClr val="000000"/>
              </a:buClr>
              <a:buSzPct val="45000"/>
              <a:buFont typeface="Wingdings" charset="2"/>
              <a:buChar char=""/>
            </a:pPr>
            <a:r>
              <a:rPr b="0" lang="en-IN" sz="2000" spc="-1" strike="noStrike">
                <a:solidFill>
                  <a:srgbClr val="000000"/>
                </a:solidFill>
                <a:latin typeface="Calibri"/>
              </a:rPr>
              <a:t>Third Outline Level</a:t>
            </a:r>
            <a:endParaRPr b="0" lang="en-IN" sz="2000" spc="-1" strike="noStrike">
              <a:solidFill>
                <a:srgbClr val="000000"/>
              </a:solidFill>
              <a:latin typeface="Calibri"/>
            </a:endParaRPr>
          </a:p>
          <a:p>
            <a:pPr lvl="3" marL="1728000" indent="-216000">
              <a:spcBef>
                <a:spcPts val="567"/>
              </a:spcBef>
              <a:buClr>
                <a:srgbClr val="000000"/>
              </a:buClr>
              <a:buSzPct val="75000"/>
              <a:buFont typeface="Symbol" charset="2"/>
              <a:buChar char=""/>
            </a:pPr>
            <a:r>
              <a:rPr b="0" lang="en-IN" sz="2000" spc="-1" strike="noStrike">
                <a:solidFill>
                  <a:srgbClr val="000000"/>
                </a:solidFill>
                <a:latin typeface="Calibri"/>
              </a:rPr>
              <a:t>Fourth Outline Level</a:t>
            </a:r>
            <a:endParaRPr b="0" lang="en-IN" sz="2000" spc="-1" strike="noStrike">
              <a:solidFill>
                <a:srgbClr val="000000"/>
              </a:solidFill>
              <a:latin typeface="Calibri"/>
            </a:endParaRPr>
          </a:p>
          <a:p>
            <a:pPr lvl="4" marL="2160000" indent="-216000">
              <a:spcBef>
                <a:spcPts val="283"/>
              </a:spcBef>
              <a:buClr>
                <a:srgbClr val="000000"/>
              </a:buClr>
              <a:buSzPct val="45000"/>
              <a:buFont typeface="Wingdings" charset="2"/>
              <a:buChar char=""/>
            </a:pPr>
            <a:r>
              <a:rPr b="0" lang="en-IN" sz="2000" spc="-1" strike="noStrike">
                <a:solidFill>
                  <a:srgbClr val="000000"/>
                </a:solidFill>
                <a:latin typeface="Calibri"/>
              </a:rPr>
              <a:t>Fifth Outline Level</a:t>
            </a:r>
            <a:endParaRPr b="0" lang="en-IN" sz="2000" spc="-1" strike="noStrike">
              <a:solidFill>
                <a:srgbClr val="000000"/>
              </a:solidFill>
              <a:latin typeface="Calibri"/>
            </a:endParaRPr>
          </a:p>
          <a:p>
            <a:pPr lvl="5" marL="2592000" indent="-216000">
              <a:spcBef>
                <a:spcPts val="283"/>
              </a:spcBef>
              <a:buClr>
                <a:srgbClr val="000000"/>
              </a:buClr>
              <a:buSzPct val="45000"/>
              <a:buFont typeface="Wingdings" charset="2"/>
              <a:buChar char=""/>
            </a:pPr>
            <a:r>
              <a:rPr b="0" lang="en-IN" sz="2000" spc="-1" strike="noStrike">
                <a:solidFill>
                  <a:srgbClr val="000000"/>
                </a:solidFill>
                <a:latin typeface="Calibri"/>
              </a:rPr>
              <a:t>Sixth Outline Level</a:t>
            </a:r>
            <a:endParaRPr b="0" lang="en-IN" sz="2000" spc="-1" strike="noStrike">
              <a:solidFill>
                <a:srgbClr val="000000"/>
              </a:solidFill>
              <a:latin typeface="Calibri"/>
            </a:endParaRPr>
          </a:p>
          <a:p>
            <a:pPr lvl="6" marL="3024000" indent="-216000">
              <a:spcBef>
                <a:spcPts val="283"/>
              </a:spcBef>
              <a:buClr>
                <a:srgbClr val="000000"/>
              </a:buClr>
              <a:buSzPct val="45000"/>
              <a:buFont typeface="Wingdings" charset="2"/>
              <a:buChar char=""/>
            </a:pPr>
            <a:r>
              <a:rPr b="0" lang="en-IN" sz="2000" spc="-1" strike="noStrike">
                <a:solidFill>
                  <a:srgbClr val="000000"/>
                </a:solidFill>
                <a:latin typeface="Calibri"/>
              </a:rPr>
              <a:t>Seventh Outline Level</a:t>
            </a:r>
            <a:endParaRPr b="0" lang="en-IN" sz="2000" spc="-1" strike="noStrike">
              <a:solidFill>
                <a:srgbClr val="000000"/>
              </a:solidFill>
              <a:latin typeface="Calibri"/>
            </a:endParaRPr>
          </a:p>
        </p:txBody>
      </p:sp>
    </p:spTree>
  </p:cSld>
  <p:clrMap bg1="lt1" bg2="lt2" tx1="dk1" tx2="dk2" accent1="accent1" accent2="accent2" accent3="accent3" accent4="accent4" accent5="accent5" accent6="accent6" hlink="hlink" folHlink="folHlink"/>
  <p:sldLayoutIdLst>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0" name="Shape 0"/>
          <p:cNvSpPr/>
          <p:nvPr/>
        </p:nvSpPr>
        <p:spPr>
          <a:xfrm>
            <a:off x="0" y="0"/>
            <a:ext cx="14630040" cy="8229240"/>
          </a:xfrm>
          <a:prstGeom prst="rect">
            <a:avLst/>
          </a:prstGeom>
          <a:solidFill>
            <a:srgbClr val="f0f0f1"/>
          </a:solidFill>
          <a:ln w="0">
            <a:noFill/>
          </a:ln>
        </p:spPr>
        <p:style>
          <a:lnRef idx="0"/>
          <a:fillRef idx="0"/>
          <a:effectRef idx="0"/>
          <a:fontRef idx="minor"/>
        </p:style>
      </p:sp>
      <p:sp>
        <p:nvSpPr>
          <p:cNvPr id="201" name="Shape 1"/>
          <p:cNvSpPr/>
          <p:nvPr/>
        </p:nvSpPr>
        <p:spPr>
          <a:xfrm>
            <a:off x="0" y="0"/>
            <a:ext cx="14630040" cy="8229240"/>
          </a:xfrm>
          <a:prstGeom prst="rect">
            <a:avLst/>
          </a:prstGeom>
          <a:solidFill>
            <a:srgbClr val="ffffff"/>
          </a:solidFill>
          <a:ln w="0">
            <a:noFill/>
          </a:ln>
        </p:spPr>
        <p:style>
          <a:lnRef idx="0"/>
          <a:fillRef idx="0"/>
          <a:effectRef idx="0"/>
          <a:fontRef idx="minor"/>
        </p:style>
      </p:sp>
      <p:sp>
        <p:nvSpPr>
          <p:cNvPr id="202"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r>
              <a:rPr b="0" lang="en-IN" sz="4400" spc="-1" strike="noStrike">
                <a:solidFill>
                  <a:srgbClr val="000000"/>
                </a:solidFill>
                <a:latin typeface="Calibri Light"/>
              </a:rPr>
              <a:t>Click to </a:t>
            </a:r>
            <a:r>
              <a:rPr b="0" lang="en-IN" sz="4400" spc="-1" strike="noStrike">
                <a:solidFill>
                  <a:srgbClr val="000000"/>
                </a:solidFill>
                <a:latin typeface="Calibri Light"/>
              </a:rPr>
              <a:t>edit the </a:t>
            </a:r>
            <a:r>
              <a:rPr b="0" lang="en-IN" sz="4400" spc="-1" strike="noStrike">
                <a:solidFill>
                  <a:srgbClr val="000000"/>
                </a:solidFill>
                <a:latin typeface="Calibri Light"/>
              </a:rPr>
              <a:t>title text </a:t>
            </a:r>
            <a:r>
              <a:rPr b="0" lang="en-IN" sz="4400" spc="-1" strike="noStrike">
                <a:solidFill>
                  <a:srgbClr val="000000"/>
                </a:solidFill>
                <a:latin typeface="Calibri Light"/>
              </a:rPr>
              <a:t>format</a:t>
            </a:r>
            <a:endParaRPr b="0" lang="en-IN" sz="4400" spc="-1" strike="noStrike">
              <a:solidFill>
                <a:srgbClr val="000000"/>
              </a:solidFill>
              <a:latin typeface="Calibri Light"/>
            </a:endParaRPr>
          </a:p>
        </p:txBody>
      </p:sp>
      <p:sp>
        <p:nvSpPr>
          <p:cNvPr id="203"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solidFill>
                  <a:srgbClr val="000000"/>
                </a:solidFill>
                <a:latin typeface="Calibri"/>
              </a:rPr>
              <a:t>Click to edit the outline text format</a:t>
            </a:r>
            <a:endParaRPr b="0" lang="en-IN" sz="3200" spc="-1" strike="noStrike">
              <a:solidFill>
                <a:srgbClr val="000000"/>
              </a:solidFill>
              <a:latin typeface="Calibri"/>
            </a:endParaRPr>
          </a:p>
          <a:p>
            <a:pPr lvl="1" marL="864000" indent="-324000">
              <a:spcBef>
                <a:spcPts val="1134"/>
              </a:spcBef>
              <a:buClr>
                <a:srgbClr val="000000"/>
              </a:buClr>
              <a:buSzPct val="75000"/>
              <a:buFont typeface="Symbol" charset="2"/>
              <a:buChar char=""/>
            </a:pPr>
            <a:r>
              <a:rPr b="0" lang="en-IN" sz="2400" spc="-1" strike="noStrike">
                <a:solidFill>
                  <a:srgbClr val="000000"/>
                </a:solidFill>
                <a:latin typeface="Calibri"/>
              </a:rPr>
              <a:t>Second Outline Level</a:t>
            </a:r>
            <a:endParaRPr b="0" lang="en-IN" sz="2400" spc="-1" strike="noStrike">
              <a:solidFill>
                <a:srgbClr val="000000"/>
              </a:solidFill>
              <a:latin typeface="Calibri"/>
            </a:endParaRPr>
          </a:p>
          <a:p>
            <a:pPr lvl="2" marL="1296000" indent="-288000">
              <a:spcBef>
                <a:spcPts val="850"/>
              </a:spcBef>
              <a:buClr>
                <a:srgbClr val="000000"/>
              </a:buClr>
              <a:buSzPct val="45000"/>
              <a:buFont typeface="Wingdings" charset="2"/>
              <a:buChar char=""/>
            </a:pPr>
            <a:r>
              <a:rPr b="0" lang="en-IN" sz="2000" spc="-1" strike="noStrike">
                <a:solidFill>
                  <a:srgbClr val="000000"/>
                </a:solidFill>
                <a:latin typeface="Calibri"/>
              </a:rPr>
              <a:t>Third Outline Level</a:t>
            </a:r>
            <a:endParaRPr b="0" lang="en-IN" sz="2000" spc="-1" strike="noStrike">
              <a:solidFill>
                <a:srgbClr val="000000"/>
              </a:solidFill>
              <a:latin typeface="Calibri"/>
            </a:endParaRPr>
          </a:p>
          <a:p>
            <a:pPr lvl="3" marL="1728000" indent="-216000">
              <a:spcBef>
                <a:spcPts val="567"/>
              </a:spcBef>
              <a:buClr>
                <a:srgbClr val="000000"/>
              </a:buClr>
              <a:buSzPct val="75000"/>
              <a:buFont typeface="Symbol" charset="2"/>
              <a:buChar char=""/>
            </a:pPr>
            <a:r>
              <a:rPr b="0" lang="en-IN" sz="2000" spc="-1" strike="noStrike">
                <a:solidFill>
                  <a:srgbClr val="000000"/>
                </a:solidFill>
                <a:latin typeface="Calibri"/>
              </a:rPr>
              <a:t>Fourth Outline Level</a:t>
            </a:r>
            <a:endParaRPr b="0" lang="en-IN" sz="2000" spc="-1" strike="noStrike">
              <a:solidFill>
                <a:srgbClr val="000000"/>
              </a:solidFill>
              <a:latin typeface="Calibri"/>
            </a:endParaRPr>
          </a:p>
          <a:p>
            <a:pPr lvl="4" marL="2160000" indent="-216000">
              <a:spcBef>
                <a:spcPts val="283"/>
              </a:spcBef>
              <a:buClr>
                <a:srgbClr val="000000"/>
              </a:buClr>
              <a:buSzPct val="45000"/>
              <a:buFont typeface="Wingdings" charset="2"/>
              <a:buChar char=""/>
            </a:pPr>
            <a:r>
              <a:rPr b="0" lang="en-IN" sz="2000" spc="-1" strike="noStrike">
                <a:solidFill>
                  <a:srgbClr val="000000"/>
                </a:solidFill>
                <a:latin typeface="Calibri"/>
              </a:rPr>
              <a:t>Fifth Outline Level</a:t>
            </a:r>
            <a:endParaRPr b="0" lang="en-IN" sz="2000" spc="-1" strike="noStrike">
              <a:solidFill>
                <a:srgbClr val="000000"/>
              </a:solidFill>
              <a:latin typeface="Calibri"/>
            </a:endParaRPr>
          </a:p>
          <a:p>
            <a:pPr lvl="5" marL="2592000" indent="-216000">
              <a:spcBef>
                <a:spcPts val="283"/>
              </a:spcBef>
              <a:buClr>
                <a:srgbClr val="000000"/>
              </a:buClr>
              <a:buSzPct val="45000"/>
              <a:buFont typeface="Wingdings" charset="2"/>
              <a:buChar char=""/>
            </a:pPr>
            <a:r>
              <a:rPr b="0" lang="en-IN" sz="2000" spc="-1" strike="noStrike">
                <a:solidFill>
                  <a:srgbClr val="000000"/>
                </a:solidFill>
                <a:latin typeface="Calibri"/>
              </a:rPr>
              <a:t>Sixth Outline Level</a:t>
            </a:r>
            <a:endParaRPr b="0" lang="en-IN" sz="2000" spc="-1" strike="noStrike">
              <a:solidFill>
                <a:srgbClr val="000000"/>
              </a:solidFill>
              <a:latin typeface="Calibri"/>
            </a:endParaRPr>
          </a:p>
          <a:p>
            <a:pPr lvl="6" marL="3024000" indent="-216000">
              <a:spcBef>
                <a:spcPts val="283"/>
              </a:spcBef>
              <a:buClr>
                <a:srgbClr val="000000"/>
              </a:buClr>
              <a:buSzPct val="45000"/>
              <a:buFont typeface="Wingdings" charset="2"/>
              <a:buChar char=""/>
            </a:pPr>
            <a:r>
              <a:rPr b="0" lang="en-IN" sz="2000" spc="-1" strike="noStrike">
                <a:solidFill>
                  <a:srgbClr val="000000"/>
                </a:solidFill>
                <a:latin typeface="Calibri"/>
              </a:rPr>
              <a:t>Seventh Outline Level</a:t>
            </a:r>
            <a:endParaRPr b="0" lang="en-IN" sz="2000" spc="-1" strike="noStrike">
              <a:solidFill>
                <a:srgbClr val="000000"/>
              </a:solidFill>
              <a:latin typeface="Calibri"/>
            </a:endParaRPr>
          </a:p>
        </p:txBody>
      </p:sp>
    </p:spTree>
  </p:cSld>
  <p:clrMap bg1="lt1" bg2="lt2" tx1="dk1" tx2="dk2" accent1="accent1" accent2="accent2" accent3="accent3" accent4="accent4" accent5="accent5" accent6="accent6" hlink="hlink" folHlink="folHlink"/>
  <p:sldLayoutIdLst>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0" name="Shape 0"/>
          <p:cNvSpPr/>
          <p:nvPr/>
        </p:nvSpPr>
        <p:spPr>
          <a:xfrm>
            <a:off x="0" y="0"/>
            <a:ext cx="14630040" cy="8229240"/>
          </a:xfrm>
          <a:prstGeom prst="rect">
            <a:avLst/>
          </a:prstGeom>
          <a:solidFill>
            <a:srgbClr val="f0f0f1"/>
          </a:solidFill>
          <a:ln w="0">
            <a:noFill/>
          </a:ln>
        </p:spPr>
        <p:style>
          <a:lnRef idx="0"/>
          <a:fillRef idx="0"/>
          <a:effectRef idx="0"/>
          <a:fontRef idx="minor"/>
        </p:style>
      </p:sp>
      <p:sp>
        <p:nvSpPr>
          <p:cNvPr id="241" name="Shape 1"/>
          <p:cNvSpPr/>
          <p:nvPr/>
        </p:nvSpPr>
        <p:spPr>
          <a:xfrm>
            <a:off x="0" y="0"/>
            <a:ext cx="14630040" cy="8229240"/>
          </a:xfrm>
          <a:prstGeom prst="rect">
            <a:avLst/>
          </a:prstGeom>
          <a:solidFill>
            <a:srgbClr val="ffffff"/>
          </a:solidFill>
          <a:ln w="0">
            <a:noFill/>
          </a:ln>
        </p:spPr>
        <p:style>
          <a:lnRef idx="0"/>
          <a:fillRef idx="0"/>
          <a:effectRef idx="0"/>
          <a:fontRef idx="minor"/>
        </p:style>
      </p:sp>
      <p:sp>
        <p:nvSpPr>
          <p:cNvPr id="242"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r>
              <a:rPr b="0" lang="en-IN" sz="4400" spc="-1" strike="noStrike">
                <a:solidFill>
                  <a:srgbClr val="000000"/>
                </a:solidFill>
                <a:latin typeface="Calibri Light"/>
              </a:rPr>
              <a:t>Click to </a:t>
            </a:r>
            <a:r>
              <a:rPr b="0" lang="en-IN" sz="4400" spc="-1" strike="noStrike">
                <a:solidFill>
                  <a:srgbClr val="000000"/>
                </a:solidFill>
                <a:latin typeface="Calibri Light"/>
              </a:rPr>
              <a:t>edit the </a:t>
            </a:r>
            <a:r>
              <a:rPr b="0" lang="en-IN" sz="4400" spc="-1" strike="noStrike">
                <a:solidFill>
                  <a:srgbClr val="000000"/>
                </a:solidFill>
                <a:latin typeface="Calibri Light"/>
              </a:rPr>
              <a:t>title text </a:t>
            </a:r>
            <a:r>
              <a:rPr b="0" lang="en-IN" sz="4400" spc="-1" strike="noStrike">
                <a:solidFill>
                  <a:srgbClr val="000000"/>
                </a:solidFill>
                <a:latin typeface="Calibri Light"/>
              </a:rPr>
              <a:t>format</a:t>
            </a:r>
            <a:endParaRPr b="0" lang="en-IN" sz="4400" spc="-1" strike="noStrike">
              <a:solidFill>
                <a:srgbClr val="000000"/>
              </a:solidFill>
              <a:latin typeface="Calibri Light"/>
            </a:endParaRPr>
          </a:p>
        </p:txBody>
      </p:sp>
      <p:sp>
        <p:nvSpPr>
          <p:cNvPr id="243"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solidFill>
                  <a:srgbClr val="000000"/>
                </a:solidFill>
                <a:latin typeface="Calibri"/>
              </a:rPr>
              <a:t>Click to edit the outline text format</a:t>
            </a:r>
            <a:endParaRPr b="0" lang="en-IN" sz="3200" spc="-1" strike="noStrike">
              <a:solidFill>
                <a:srgbClr val="000000"/>
              </a:solidFill>
              <a:latin typeface="Calibri"/>
            </a:endParaRPr>
          </a:p>
          <a:p>
            <a:pPr lvl="1" marL="864000" indent="-324000">
              <a:spcBef>
                <a:spcPts val="1134"/>
              </a:spcBef>
              <a:buClr>
                <a:srgbClr val="000000"/>
              </a:buClr>
              <a:buSzPct val="75000"/>
              <a:buFont typeface="Symbol" charset="2"/>
              <a:buChar char=""/>
            </a:pPr>
            <a:r>
              <a:rPr b="0" lang="en-IN" sz="2400" spc="-1" strike="noStrike">
                <a:solidFill>
                  <a:srgbClr val="000000"/>
                </a:solidFill>
                <a:latin typeface="Calibri"/>
              </a:rPr>
              <a:t>Second Outline Level</a:t>
            </a:r>
            <a:endParaRPr b="0" lang="en-IN" sz="2400" spc="-1" strike="noStrike">
              <a:solidFill>
                <a:srgbClr val="000000"/>
              </a:solidFill>
              <a:latin typeface="Calibri"/>
            </a:endParaRPr>
          </a:p>
          <a:p>
            <a:pPr lvl="2" marL="1296000" indent="-288000">
              <a:spcBef>
                <a:spcPts val="850"/>
              </a:spcBef>
              <a:buClr>
                <a:srgbClr val="000000"/>
              </a:buClr>
              <a:buSzPct val="45000"/>
              <a:buFont typeface="Wingdings" charset="2"/>
              <a:buChar char=""/>
            </a:pPr>
            <a:r>
              <a:rPr b="0" lang="en-IN" sz="2000" spc="-1" strike="noStrike">
                <a:solidFill>
                  <a:srgbClr val="000000"/>
                </a:solidFill>
                <a:latin typeface="Calibri"/>
              </a:rPr>
              <a:t>Third Outline Level</a:t>
            </a:r>
            <a:endParaRPr b="0" lang="en-IN" sz="2000" spc="-1" strike="noStrike">
              <a:solidFill>
                <a:srgbClr val="000000"/>
              </a:solidFill>
              <a:latin typeface="Calibri"/>
            </a:endParaRPr>
          </a:p>
          <a:p>
            <a:pPr lvl="3" marL="1728000" indent="-216000">
              <a:spcBef>
                <a:spcPts val="567"/>
              </a:spcBef>
              <a:buClr>
                <a:srgbClr val="000000"/>
              </a:buClr>
              <a:buSzPct val="75000"/>
              <a:buFont typeface="Symbol" charset="2"/>
              <a:buChar char=""/>
            </a:pPr>
            <a:r>
              <a:rPr b="0" lang="en-IN" sz="2000" spc="-1" strike="noStrike">
                <a:solidFill>
                  <a:srgbClr val="000000"/>
                </a:solidFill>
                <a:latin typeface="Calibri"/>
              </a:rPr>
              <a:t>Fourth Outline Level</a:t>
            </a:r>
            <a:endParaRPr b="0" lang="en-IN" sz="2000" spc="-1" strike="noStrike">
              <a:solidFill>
                <a:srgbClr val="000000"/>
              </a:solidFill>
              <a:latin typeface="Calibri"/>
            </a:endParaRPr>
          </a:p>
          <a:p>
            <a:pPr lvl="4" marL="2160000" indent="-216000">
              <a:spcBef>
                <a:spcPts val="283"/>
              </a:spcBef>
              <a:buClr>
                <a:srgbClr val="000000"/>
              </a:buClr>
              <a:buSzPct val="45000"/>
              <a:buFont typeface="Wingdings" charset="2"/>
              <a:buChar char=""/>
            </a:pPr>
            <a:r>
              <a:rPr b="0" lang="en-IN" sz="2000" spc="-1" strike="noStrike">
                <a:solidFill>
                  <a:srgbClr val="000000"/>
                </a:solidFill>
                <a:latin typeface="Calibri"/>
              </a:rPr>
              <a:t>Fifth Outline Level</a:t>
            </a:r>
            <a:endParaRPr b="0" lang="en-IN" sz="2000" spc="-1" strike="noStrike">
              <a:solidFill>
                <a:srgbClr val="000000"/>
              </a:solidFill>
              <a:latin typeface="Calibri"/>
            </a:endParaRPr>
          </a:p>
          <a:p>
            <a:pPr lvl="5" marL="2592000" indent="-216000">
              <a:spcBef>
                <a:spcPts val="283"/>
              </a:spcBef>
              <a:buClr>
                <a:srgbClr val="000000"/>
              </a:buClr>
              <a:buSzPct val="45000"/>
              <a:buFont typeface="Wingdings" charset="2"/>
              <a:buChar char=""/>
            </a:pPr>
            <a:r>
              <a:rPr b="0" lang="en-IN" sz="2000" spc="-1" strike="noStrike">
                <a:solidFill>
                  <a:srgbClr val="000000"/>
                </a:solidFill>
                <a:latin typeface="Calibri"/>
              </a:rPr>
              <a:t>Sixth Outline Level</a:t>
            </a:r>
            <a:endParaRPr b="0" lang="en-IN" sz="2000" spc="-1" strike="noStrike">
              <a:solidFill>
                <a:srgbClr val="000000"/>
              </a:solidFill>
              <a:latin typeface="Calibri"/>
            </a:endParaRPr>
          </a:p>
          <a:p>
            <a:pPr lvl="6" marL="3024000" indent="-216000">
              <a:spcBef>
                <a:spcPts val="283"/>
              </a:spcBef>
              <a:buClr>
                <a:srgbClr val="000000"/>
              </a:buClr>
              <a:buSzPct val="45000"/>
              <a:buFont typeface="Wingdings" charset="2"/>
              <a:buChar char=""/>
            </a:pPr>
            <a:r>
              <a:rPr b="0" lang="en-IN" sz="2000" spc="-1" strike="noStrike">
                <a:solidFill>
                  <a:srgbClr val="000000"/>
                </a:solidFill>
                <a:latin typeface="Calibri"/>
              </a:rPr>
              <a:t>Seventh Outline Level</a:t>
            </a:r>
            <a:endParaRPr b="0" lang="en-IN" sz="2000" spc="-1" strike="noStrike">
              <a:solidFill>
                <a:srgbClr val="000000"/>
              </a:solidFill>
              <a:latin typeface="Calibri"/>
            </a:endParaRPr>
          </a:p>
        </p:txBody>
      </p:sp>
    </p:spTree>
  </p:cSld>
  <p:clrMap bg1="lt1" bg2="lt2" tx1="dk1" tx2="dk2" accent1="accent1" accent2="accent2" accent3="accent3" accent4="accent4" accent5="accent5" accent6="accent6" hlink="hlink" folHlink="folHlink"/>
  <p:sldLayoutIdLst>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0" name="Shape 0"/>
          <p:cNvSpPr/>
          <p:nvPr/>
        </p:nvSpPr>
        <p:spPr>
          <a:xfrm>
            <a:off x="0" y="0"/>
            <a:ext cx="14630040" cy="8229240"/>
          </a:xfrm>
          <a:prstGeom prst="rect">
            <a:avLst/>
          </a:prstGeom>
          <a:solidFill>
            <a:srgbClr val="f0f0f1"/>
          </a:solidFill>
          <a:ln w="0">
            <a:noFill/>
          </a:ln>
        </p:spPr>
        <p:style>
          <a:lnRef idx="0"/>
          <a:fillRef idx="0"/>
          <a:effectRef idx="0"/>
          <a:fontRef idx="minor"/>
        </p:style>
      </p:sp>
      <p:sp>
        <p:nvSpPr>
          <p:cNvPr id="281" name="Shape 1"/>
          <p:cNvSpPr/>
          <p:nvPr/>
        </p:nvSpPr>
        <p:spPr>
          <a:xfrm>
            <a:off x="0" y="0"/>
            <a:ext cx="14630040" cy="8229240"/>
          </a:xfrm>
          <a:prstGeom prst="rect">
            <a:avLst/>
          </a:prstGeom>
          <a:solidFill>
            <a:srgbClr val="ffffff"/>
          </a:solidFill>
          <a:ln w="0">
            <a:noFill/>
          </a:ln>
        </p:spPr>
        <p:style>
          <a:lnRef idx="0"/>
          <a:fillRef idx="0"/>
          <a:effectRef idx="0"/>
          <a:fontRef idx="minor"/>
        </p:style>
      </p:sp>
      <p:sp>
        <p:nvSpPr>
          <p:cNvPr id="282"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r>
              <a:rPr b="0" lang="en-IN" sz="4400" spc="-1" strike="noStrike">
                <a:solidFill>
                  <a:srgbClr val="000000"/>
                </a:solidFill>
                <a:latin typeface="Calibri Light"/>
              </a:rPr>
              <a:t>Click to </a:t>
            </a:r>
            <a:r>
              <a:rPr b="0" lang="en-IN" sz="4400" spc="-1" strike="noStrike">
                <a:solidFill>
                  <a:srgbClr val="000000"/>
                </a:solidFill>
                <a:latin typeface="Calibri Light"/>
              </a:rPr>
              <a:t>edit the </a:t>
            </a:r>
            <a:r>
              <a:rPr b="0" lang="en-IN" sz="4400" spc="-1" strike="noStrike">
                <a:solidFill>
                  <a:srgbClr val="000000"/>
                </a:solidFill>
                <a:latin typeface="Calibri Light"/>
              </a:rPr>
              <a:t>title text </a:t>
            </a:r>
            <a:r>
              <a:rPr b="0" lang="en-IN" sz="4400" spc="-1" strike="noStrike">
                <a:solidFill>
                  <a:srgbClr val="000000"/>
                </a:solidFill>
                <a:latin typeface="Calibri Light"/>
              </a:rPr>
              <a:t>format</a:t>
            </a:r>
            <a:endParaRPr b="0" lang="en-IN" sz="4400" spc="-1" strike="noStrike">
              <a:solidFill>
                <a:srgbClr val="000000"/>
              </a:solidFill>
              <a:latin typeface="Calibri Light"/>
            </a:endParaRPr>
          </a:p>
        </p:txBody>
      </p:sp>
      <p:sp>
        <p:nvSpPr>
          <p:cNvPr id="283"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solidFill>
                  <a:srgbClr val="000000"/>
                </a:solidFill>
                <a:latin typeface="Calibri"/>
              </a:rPr>
              <a:t>Click to edit the outline text format</a:t>
            </a:r>
            <a:endParaRPr b="0" lang="en-IN" sz="3200" spc="-1" strike="noStrike">
              <a:solidFill>
                <a:srgbClr val="000000"/>
              </a:solidFill>
              <a:latin typeface="Calibri"/>
            </a:endParaRPr>
          </a:p>
          <a:p>
            <a:pPr lvl="1" marL="864000" indent="-324000">
              <a:spcBef>
                <a:spcPts val="1134"/>
              </a:spcBef>
              <a:buClr>
                <a:srgbClr val="000000"/>
              </a:buClr>
              <a:buSzPct val="75000"/>
              <a:buFont typeface="Symbol" charset="2"/>
              <a:buChar char=""/>
            </a:pPr>
            <a:r>
              <a:rPr b="0" lang="en-IN" sz="2400" spc="-1" strike="noStrike">
                <a:solidFill>
                  <a:srgbClr val="000000"/>
                </a:solidFill>
                <a:latin typeface="Calibri"/>
              </a:rPr>
              <a:t>Second Outline Level</a:t>
            </a:r>
            <a:endParaRPr b="0" lang="en-IN" sz="2400" spc="-1" strike="noStrike">
              <a:solidFill>
                <a:srgbClr val="000000"/>
              </a:solidFill>
              <a:latin typeface="Calibri"/>
            </a:endParaRPr>
          </a:p>
          <a:p>
            <a:pPr lvl="2" marL="1296000" indent="-288000">
              <a:spcBef>
                <a:spcPts val="850"/>
              </a:spcBef>
              <a:buClr>
                <a:srgbClr val="000000"/>
              </a:buClr>
              <a:buSzPct val="45000"/>
              <a:buFont typeface="Wingdings" charset="2"/>
              <a:buChar char=""/>
            </a:pPr>
            <a:r>
              <a:rPr b="0" lang="en-IN" sz="2000" spc="-1" strike="noStrike">
                <a:solidFill>
                  <a:srgbClr val="000000"/>
                </a:solidFill>
                <a:latin typeface="Calibri"/>
              </a:rPr>
              <a:t>Third Outline Level</a:t>
            </a:r>
            <a:endParaRPr b="0" lang="en-IN" sz="2000" spc="-1" strike="noStrike">
              <a:solidFill>
                <a:srgbClr val="000000"/>
              </a:solidFill>
              <a:latin typeface="Calibri"/>
            </a:endParaRPr>
          </a:p>
          <a:p>
            <a:pPr lvl="3" marL="1728000" indent="-216000">
              <a:spcBef>
                <a:spcPts val="567"/>
              </a:spcBef>
              <a:buClr>
                <a:srgbClr val="000000"/>
              </a:buClr>
              <a:buSzPct val="75000"/>
              <a:buFont typeface="Symbol" charset="2"/>
              <a:buChar char=""/>
            </a:pPr>
            <a:r>
              <a:rPr b="0" lang="en-IN" sz="2000" spc="-1" strike="noStrike">
                <a:solidFill>
                  <a:srgbClr val="000000"/>
                </a:solidFill>
                <a:latin typeface="Calibri"/>
              </a:rPr>
              <a:t>Fourth Outline Level</a:t>
            </a:r>
            <a:endParaRPr b="0" lang="en-IN" sz="2000" spc="-1" strike="noStrike">
              <a:solidFill>
                <a:srgbClr val="000000"/>
              </a:solidFill>
              <a:latin typeface="Calibri"/>
            </a:endParaRPr>
          </a:p>
          <a:p>
            <a:pPr lvl="4" marL="2160000" indent="-216000">
              <a:spcBef>
                <a:spcPts val="283"/>
              </a:spcBef>
              <a:buClr>
                <a:srgbClr val="000000"/>
              </a:buClr>
              <a:buSzPct val="45000"/>
              <a:buFont typeface="Wingdings" charset="2"/>
              <a:buChar char=""/>
            </a:pPr>
            <a:r>
              <a:rPr b="0" lang="en-IN" sz="2000" spc="-1" strike="noStrike">
                <a:solidFill>
                  <a:srgbClr val="000000"/>
                </a:solidFill>
                <a:latin typeface="Calibri"/>
              </a:rPr>
              <a:t>Fifth Outline Level</a:t>
            </a:r>
            <a:endParaRPr b="0" lang="en-IN" sz="2000" spc="-1" strike="noStrike">
              <a:solidFill>
                <a:srgbClr val="000000"/>
              </a:solidFill>
              <a:latin typeface="Calibri"/>
            </a:endParaRPr>
          </a:p>
          <a:p>
            <a:pPr lvl="5" marL="2592000" indent="-216000">
              <a:spcBef>
                <a:spcPts val="283"/>
              </a:spcBef>
              <a:buClr>
                <a:srgbClr val="000000"/>
              </a:buClr>
              <a:buSzPct val="45000"/>
              <a:buFont typeface="Wingdings" charset="2"/>
              <a:buChar char=""/>
            </a:pPr>
            <a:r>
              <a:rPr b="0" lang="en-IN" sz="2000" spc="-1" strike="noStrike">
                <a:solidFill>
                  <a:srgbClr val="000000"/>
                </a:solidFill>
                <a:latin typeface="Calibri"/>
              </a:rPr>
              <a:t>Sixth Outline Level</a:t>
            </a:r>
            <a:endParaRPr b="0" lang="en-IN" sz="2000" spc="-1" strike="noStrike">
              <a:solidFill>
                <a:srgbClr val="000000"/>
              </a:solidFill>
              <a:latin typeface="Calibri"/>
            </a:endParaRPr>
          </a:p>
          <a:p>
            <a:pPr lvl="6" marL="3024000" indent="-216000">
              <a:spcBef>
                <a:spcPts val="283"/>
              </a:spcBef>
              <a:buClr>
                <a:srgbClr val="000000"/>
              </a:buClr>
              <a:buSzPct val="45000"/>
              <a:buFont typeface="Wingdings" charset="2"/>
              <a:buChar char=""/>
            </a:pPr>
            <a:r>
              <a:rPr b="0" lang="en-IN" sz="2000" spc="-1" strike="noStrike">
                <a:solidFill>
                  <a:srgbClr val="000000"/>
                </a:solidFill>
                <a:latin typeface="Calibri"/>
              </a:rPr>
              <a:t>Seventh Outline Level</a:t>
            </a:r>
            <a:endParaRPr b="0" lang="en-IN" sz="2000" spc="-1" strike="noStrike">
              <a:solidFill>
                <a:srgbClr val="000000"/>
              </a:solidFill>
              <a:latin typeface="Calibri"/>
            </a:endParaRPr>
          </a:p>
        </p:txBody>
      </p:sp>
    </p:spTree>
  </p:cSld>
  <p:clrMap bg1="lt1" bg2="lt2" tx1="dk1" tx2="dk2" accent1="accent1" accent2="accent2" accent3="accent3" accent4="accent4" accent5="accent5" accent6="accent6" hlink="hlink" folHlink="folHlink"/>
  <p:sldLayoutIdLst>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0" r:id="rId12"/>
    <p:sldLayoutId id="2147483751" r:id="rId13"/>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0" name="Shape 0"/>
          <p:cNvSpPr/>
          <p:nvPr/>
        </p:nvSpPr>
        <p:spPr>
          <a:xfrm>
            <a:off x="0" y="0"/>
            <a:ext cx="14630040" cy="8229240"/>
          </a:xfrm>
          <a:prstGeom prst="rect">
            <a:avLst/>
          </a:prstGeom>
          <a:solidFill>
            <a:srgbClr val="f0f0f1"/>
          </a:solidFill>
          <a:ln w="0">
            <a:noFill/>
          </a:ln>
        </p:spPr>
        <p:style>
          <a:lnRef idx="0"/>
          <a:fillRef idx="0"/>
          <a:effectRef idx="0"/>
          <a:fontRef idx="minor"/>
        </p:style>
      </p:sp>
      <p:sp>
        <p:nvSpPr>
          <p:cNvPr id="321" name="Shape 1"/>
          <p:cNvSpPr/>
          <p:nvPr/>
        </p:nvSpPr>
        <p:spPr>
          <a:xfrm>
            <a:off x="0" y="0"/>
            <a:ext cx="14630040" cy="8229240"/>
          </a:xfrm>
          <a:prstGeom prst="rect">
            <a:avLst/>
          </a:prstGeom>
          <a:solidFill>
            <a:srgbClr val="ffffff"/>
          </a:solidFill>
          <a:ln w="0">
            <a:noFill/>
          </a:ln>
        </p:spPr>
        <p:style>
          <a:lnRef idx="0"/>
          <a:fillRef idx="0"/>
          <a:effectRef idx="0"/>
          <a:fontRef idx="minor"/>
        </p:style>
      </p:sp>
      <p:sp>
        <p:nvSpPr>
          <p:cNvPr id="322"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r>
              <a:rPr b="0" lang="en-IN" sz="4400" spc="-1" strike="noStrike">
                <a:solidFill>
                  <a:srgbClr val="000000"/>
                </a:solidFill>
                <a:latin typeface="Calibri Light"/>
              </a:rPr>
              <a:t>Click to edit the title text </a:t>
            </a:r>
            <a:r>
              <a:rPr b="0" lang="en-IN" sz="4400" spc="-1" strike="noStrike">
                <a:solidFill>
                  <a:srgbClr val="000000"/>
                </a:solidFill>
                <a:latin typeface="Calibri Light"/>
              </a:rPr>
              <a:t>format</a:t>
            </a:r>
            <a:endParaRPr b="0" lang="en-IN" sz="4400" spc="-1" strike="noStrike">
              <a:solidFill>
                <a:srgbClr val="000000"/>
              </a:solidFill>
              <a:latin typeface="Calibri Light"/>
            </a:endParaRPr>
          </a:p>
        </p:txBody>
      </p:sp>
      <p:sp>
        <p:nvSpPr>
          <p:cNvPr id="323"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solidFill>
                  <a:srgbClr val="000000"/>
                </a:solidFill>
                <a:latin typeface="Calibri"/>
              </a:rPr>
              <a:t>Click to edit the outline text format</a:t>
            </a:r>
            <a:endParaRPr b="0" lang="en-IN" sz="3200" spc="-1" strike="noStrike">
              <a:solidFill>
                <a:srgbClr val="000000"/>
              </a:solidFill>
              <a:latin typeface="Calibri"/>
            </a:endParaRPr>
          </a:p>
          <a:p>
            <a:pPr lvl="1" marL="864000" indent="-324000">
              <a:spcBef>
                <a:spcPts val="1134"/>
              </a:spcBef>
              <a:buClr>
                <a:srgbClr val="000000"/>
              </a:buClr>
              <a:buSzPct val="75000"/>
              <a:buFont typeface="Symbol" charset="2"/>
              <a:buChar char=""/>
            </a:pPr>
            <a:r>
              <a:rPr b="0" lang="en-IN" sz="2400" spc="-1" strike="noStrike">
                <a:solidFill>
                  <a:srgbClr val="000000"/>
                </a:solidFill>
                <a:latin typeface="Calibri"/>
              </a:rPr>
              <a:t>Second Outline Level</a:t>
            </a:r>
            <a:endParaRPr b="0" lang="en-IN" sz="2400" spc="-1" strike="noStrike">
              <a:solidFill>
                <a:srgbClr val="000000"/>
              </a:solidFill>
              <a:latin typeface="Calibri"/>
            </a:endParaRPr>
          </a:p>
          <a:p>
            <a:pPr lvl="2" marL="1296000" indent="-288000">
              <a:spcBef>
                <a:spcPts val="850"/>
              </a:spcBef>
              <a:buClr>
                <a:srgbClr val="000000"/>
              </a:buClr>
              <a:buSzPct val="45000"/>
              <a:buFont typeface="Wingdings" charset="2"/>
              <a:buChar char=""/>
            </a:pPr>
            <a:r>
              <a:rPr b="0" lang="en-IN" sz="2000" spc="-1" strike="noStrike">
                <a:solidFill>
                  <a:srgbClr val="000000"/>
                </a:solidFill>
                <a:latin typeface="Calibri"/>
              </a:rPr>
              <a:t>Third Outline Level</a:t>
            </a:r>
            <a:endParaRPr b="0" lang="en-IN" sz="2000" spc="-1" strike="noStrike">
              <a:solidFill>
                <a:srgbClr val="000000"/>
              </a:solidFill>
              <a:latin typeface="Calibri"/>
            </a:endParaRPr>
          </a:p>
          <a:p>
            <a:pPr lvl="3" marL="1728000" indent="-216000">
              <a:spcBef>
                <a:spcPts val="567"/>
              </a:spcBef>
              <a:buClr>
                <a:srgbClr val="000000"/>
              </a:buClr>
              <a:buSzPct val="75000"/>
              <a:buFont typeface="Symbol" charset="2"/>
              <a:buChar char=""/>
            </a:pPr>
            <a:r>
              <a:rPr b="0" lang="en-IN" sz="2000" spc="-1" strike="noStrike">
                <a:solidFill>
                  <a:srgbClr val="000000"/>
                </a:solidFill>
                <a:latin typeface="Calibri"/>
              </a:rPr>
              <a:t>Fourth Outline Level</a:t>
            </a:r>
            <a:endParaRPr b="0" lang="en-IN" sz="2000" spc="-1" strike="noStrike">
              <a:solidFill>
                <a:srgbClr val="000000"/>
              </a:solidFill>
              <a:latin typeface="Calibri"/>
            </a:endParaRPr>
          </a:p>
          <a:p>
            <a:pPr lvl="4" marL="2160000" indent="-216000">
              <a:spcBef>
                <a:spcPts val="283"/>
              </a:spcBef>
              <a:buClr>
                <a:srgbClr val="000000"/>
              </a:buClr>
              <a:buSzPct val="45000"/>
              <a:buFont typeface="Wingdings" charset="2"/>
              <a:buChar char=""/>
            </a:pPr>
            <a:r>
              <a:rPr b="0" lang="en-IN" sz="2000" spc="-1" strike="noStrike">
                <a:solidFill>
                  <a:srgbClr val="000000"/>
                </a:solidFill>
                <a:latin typeface="Calibri"/>
              </a:rPr>
              <a:t>Fifth Outline Level</a:t>
            </a:r>
            <a:endParaRPr b="0" lang="en-IN" sz="2000" spc="-1" strike="noStrike">
              <a:solidFill>
                <a:srgbClr val="000000"/>
              </a:solidFill>
              <a:latin typeface="Calibri"/>
            </a:endParaRPr>
          </a:p>
          <a:p>
            <a:pPr lvl="5" marL="2592000" indent="-216000">
              <a:spcBef>
                <a:spcPts val="283"/>
              </a:spcBef>
              <a:buClr>
                <a:srgbClr val="000000"/>
              </a:buClr>
              <a:buSzPct val="45000"/>
              <a:buFont typeface="Wingdings" charset="2"/>
              <a:buChar char=""/>
            </a:pPr>
            <a:r>
              <a:rPr b="0" lang="en-IN" sz="2000" spc="-1" strike="noStrike">
                <a:solidFill>
                  <a:srgbClr val="000000"/>
                </a:solidFill>
                <a:latin typeface="Calibri"/>
              </a:rPr>
              <a:t>Sixth Outline Level</a:t>
            </a:r>
            <a:endParaRPr b="0" lang="en-IN" sz="2000" spc="-1" strike="noStrike">
              <a:solidFill>
                <a:srgbClr val="000000"/>
              </a:solidFill>
              <a:latin typeface="Calibri"/>
            </a:endParaRPr>
          </a:p>
          <a:p>
            <a:pPr lvl="6" marL="3024000" indent="-216000">
              <a:spcBef>
                <a:spcPts val="283"/>
              </a:spcBef>
              <a:buClr>
                <a:srgbClr val="000000"/>
              </a:buClr>
              <a:buSzPct val="45000"/>
              <a:buFont typeface="Wingdings" charset="2"/>
              <a:buChar char=""/>
            </a:pPr>
            <a:r>
              <a:rPr b="0" lang="en-IN" sz="2000" spc="-1" strike="noStrike">
                <a:solidFill>
                  <a:srgbClr val="000000"/>
                </a:solidFill>
                <a:latin typeface="Calibri"/>
              </a:rPr>
              <a:t>Seventh Outline Level</a:t>
            </a:r>
            <a:endParaRPr b="0" lang="en-IN" sz="2000" spc="-1" strike="noStrike">
              <a:solidFill>
                <a:srgbClr val="000000"/>
              </a:solidFill>
              <a:latin typeface="Calibri"/>
            </a:endParaRPr>
          </a:p>
        </p:txBody>
      </p:sp>
    </p:spTree>
  </p:cSld>
  <p:clrMap bg1="lt1" bg2="lt2" tx1="dk1" tx2="dk2" accent1="accent1" accent2="accent2" accent3="accent3" accent4="accent4" accent5="accent5" accent6="accent6" hlink="hlink" folHlink="folHlink"/>
  <p:sldLayoutIdLst>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 id="2147483763" r:id="rId12"/>
    <p:sldLayoutId id="2147483764" r:id="rId13"/>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0" name="Shape 0"/>
          <p:cNvSpPr/>
          <p:nvPr/>
        </p:nvSpPr>
        <p:spPr>
          <a:xfrm>
            <a:off x="0" y="0"/>
            <a:ext cx="14630040" cy="8229240"/>
          </a:xfrm>
          <a:prstGeom prst="rect">
            <a:avLst/>
          </a:prstGeom>
          <a:solidFill>
            <a:srgbClr val="f0f0f1"/>
          </a:solidFill>
          <a:ln w="0">
            <a:noFill/>
          </a:ln>
        </p:spPr>
        <p:style>
          <a:lnRef idx="0"/>
          <a:fillRef idx="0"/>
          <a:effectRef idx="0"/>
          <a:fontRef idx="minor"/>
        </p:style>
      </p:sp>
      <p:sp>
        <p:nvSpPr>
          <p:cNvPr id="361" name="Shape 1"/>
          <p:cNvSpPr/>
          <p:nvPr/>
        </p:nvSpPr>
        <p:spPr>
          <a:xfrm>
            <a:off x="0" y="0"/>
            <a:ext cx="14630040" cy="8229240"/>
          </a:xfrm>
          <a:prstGeom prst="rect">
            <a:avLst/>
          </a:prstGeom>
          <a:solidFill>
            <a:srgbClr val="ffffff"/>
          </a:solidFill>
          <a:ln w="0">
            <a:noFill/>
          </a:ln>
        </p:spPr>
        <p:style>
          <a:lnRef idx="0"/>
          <a:fillRef idx="0"/>
          <a:effectRef idx="0"/>
          <a:fontRef idx="minor"/>
        </p:style>
      </p:sp>
      <p:sp>
        <p:nvSpPr>
          <p:cNvPr id="362"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algn="ctr">
              <a:buNone/>
            </a:pPr>
            <a:r>
              <a:rPr b="0" lang="en-IN" sz="4400" spc="-1" strike="noStrike">
                <a:solidFill>
                  <a:srgbClr val="000000"/>
                </a:solidFill>
                <a:latin typeface="Calibri Light"/>
              </a:rPr>
              <a:t>Clic</a:t>
            </a:r>
            <a:r>
              <a:rPr b="0" lang="en-IN" sz="4400" spc="-1" strike="noStrike">
                <a:solidFill>
                  <a:srgbClr val="000000"/>
                </a:solidFill>
                <a:latin typeface="Calibri Light"/>
              </a:rPr>
              <a:t>k </a:t>
            </a:r>
            <a:r>
              <a:rPr b="0" lang="en-IN" sz="4400" spc="-1" strike="noStrike">
                <a:solidFill>
                  <a:srgbClr val="000000"/>
                </a:solidFill>
                <a:latin typeface="Calibri Light"/>
              </a:rPr>
              <a:t>to </a:t>
            </a:r>
            <a:r>
              <a:rPr b="0" lang="en-IN" sz="4400" spc="-1" strike="noStrike">
                <a:solidFill>
                  <a:srgbClr val="000000"/>
                </a:solidFill>
                <a:latin typeface="Calibri Light"/>
              </a:rPr>
              <a:t>edi</a:t>
            </a:r>
            <a:r>
              <a:rPr b="0" lang="en-IN" sz="4400" spc="-1" strike="noStrike">
                <a:solidFill>
                  <a:srgbClr val="000000"/>
                </a:solidFill>
                <a:latin typeface="Calibri Light"/>
              </a:rPr>
              <a:t>t </a:t>
            </a:r>
            <a:r>
              <a:rPr b="0" lang="en-IN" sz="4400" spc="-1" strike="noStrike">
                <a:solidFill>
                  <a:srgbClr val="000000"/>
                </a:solidFill>
                <a:latin typeface="Calibri Light"/>
              </a:rPr>
              <a:t>the </a:t>
            </a:r>
            <a:r>
              <a:rPr b="0" lang="en-IN" sz="4400" spc="-1" strike="noStrike">
                <a:solidFill>
                  <a:srgbClr val="000000"/>
                </a:solidFill>
                <a:latin typeface="Calibri Light"/>
              </a:rPr>
              <a:t>titl</a:t>
            </a:r>
            <a:r>
              <a:rPr b="0" lang="en-IN" sz="4400" spc="-1" strike="noStrike">
                <a:solidFill>
                  <a:srgbClr val="000000"/>
                </a:solidFill>
                <a:latin typeface="Calibri Light"/>
              </a:rPr>
              <a:t>e </a:t>
            </a:r>
            <a:r>
              <a:rPr b="0" lang="en-IN" sz="4400" spc="-1" strike="noStrike">
                <a:solidFill>
                  <a:srgbClr val="000000"/>
                </a:solidFill>
                <a:latin typeface="Calibri Light"/>
              </a:rPr>
              <a:t>tex</a:t>
            </a:r>
            <a:r>
              <a:rPr b="0" lang="en-IN" sz="4400" spc="-1" strike="noStrike">
                <a:solidFill>
                  <a:srgbClr val="000000"/>
                </a:solidFill>
                <a:latin typeface="Calibri Light"/>
              </a:rPr>
              <a:t>t </a:t>
            </a:r>
            <a:r>
              <a:rPr b="0" lang="en-IN" sz="4400" spc="-1" strike="noStrike">
                <a:solidFill>
                  <a:srgbClr val="000000"/>
                </a:solidFill>
                <a:latin typeface="Calibri Light"/>
              </a:rPr>
              <a:t>for</a:t>
            </a:r>
            <a:r>
              <a:rPr b="0" lang="en-IN" sz="4400" spc="-1" strike="noStrike">
                <a:solidFill>
                  <a:srgbClr val="000000"/>
                </a:solidFill>
                <a:latin typeface="Calibri Light"/>
              </a:rPr>
              <a:t>ma</a:t>
            </a:r>
            <a:r>
              <a:rPr b="0" lang="en-IN" sz="4400" spc="-1" strike="noStrike">
                <a:solidFill>
                  <a:srgbClr val="000000"/>
                </a:solidFill>
                <a:latin typeface="Calibri Light"/>
              </a:rPr>
              <a:t>t</a:t>
            </a:r>
            <a:endParaRPr b="0" lang="en-IN" sz="4400" spc="-1" strike="noStrike">
              <a:solidFill>
                <a:srgbClr val="000000"/>
              </a:solidFill>
              <a:latin typeface="Calibri Light"/>
            </a:endParaRPr>
          </a:p>
        </p:txBody>
      </p:sp>
      <p:sp>
        <p:nvSpPr>
          <p:cNvPr id="363"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solidFill>
                  <a:srgbClr val="000000"/>
                </a:solidFill>
                <a:latin typeface="Calibri"/>
              </a:rPr>
              <a:t>Click to edit the outline text format</a:t>
            </a:r>
            <a:endParaRPr b="0" lang="en-IN" sz="3200" spc="-1" strike="noStrike">
              <a:solidFill>
                <a:srgbClr val="000000"/>
              </a:solidFill>
              <a:latin typeface="Calibri"/>
            </a:endParaRPr>
          </a:p>
          <a:p>
            <a:pPr lvl="1" marL="864000" indent="-324000">
              <a:spcBef>
                <a:spcPts val="1134"/>
              </a:spcBef>
              <a:buClr>
                <a:srgbClr val="000000"/>
              </a:buClr>
              <a:buSzPct val="75000"/>
              <a:buFont typeface="Symbol" charset="2"/>
              <a:buChar char=""/>
            </a:pPr>
            <a:r>
              <a:rPr b="0" lang="en-IN" sz="2400" spc="-1" strike="noStrike">
                <a:solidFill>
                  <a:srgbClr val="000000"/>
                </a:solidFill>
                <a:latin typeface="Calibri"/>
              </a:rPr>
              <a:t>Second Outline Level</a:t>
            </a:r>
            <a:endParaRPr b="0" lang="en-IN" sz="2400" spc="-1" strike="noStrike">
              <a:solidFill>
                <a:srgbClr val="000000"/>
              </a:solidFill>
              <a:latin typeface="Calibri"/>
            </a:endParaRPr>
          </a:p>
          <a:p>
            <a:pPr lvl="2" marL="1296000" indent="-288000">
              <a:spcBef>
                <a:spcPts val="850"/>
              </a:spcBef>
              <a:buClr>
                <a:srgbClr val="000000"/>
              </a:buClr>
              <a:buSzPct val="45000"/>
              <a:buFont typeface="Wingdings" charset="2"/>
              <a:buChar char=""/>
            </a:pPr>
            <a:r>
              <a:rPr b="0" lang="en-IN" sz="2000" spc="-1" strike="noStrike">
                <a:solidFill>
                  <a:srgbClr val="000000"/>
                </a:solidFill>
                <a:latin typeface="Calibri"/>
              </a:rPr>
              <a:t>Third Outline Level</a:t>
            </a:r>
            <a:endParaRPr b="0" lang="en-IN" sz="2000" spc="-1" strike="noStrike">
              <a:solidFill>
                <a:srgbClr val="000000"/>
              </a:solidFill>
              <a:latin typeface="Calibri"/>
            </a:endParaRPr>
          </a:p>
          <a:p>
            <a:pPr lvl="3" marL="1728000" indent="-216000">
              <a:spcBef>
                <a:spcPts val="567"/>
              </a:spcBef>
              <a:buClr>
                <a:srgbClr val="000000"/>
              </a:buClr>
              <a:buSzPct val="75000"/>
              <a:buFont typeface="Symbol" charset="2"/>
              <a:buChar char=""/>
            </a:pPr>
            <a:r>
              <a:rPr b="0" lang="en-IN" sz="2000" spc="-1" strike="noStrike">
                <a:solidFill>
                  <a:srgbClr val="000000"/>
                </a:solidFill>
                <a:latin typeface="Calibri"/>
              </a:rPr>
              <a:t>Fourth Outline Level</a:t>
            </a:r>
            <a:endParaRPr b="0" lang="en-IN" sz="2000" spc="-1" strike="noStrike">
              <a:solidFill>
                <a:srgbClr val="000000"/>
              </a:solidFill>
              <a:latin typeface="Calibri"/>
            </a:endParaRPr>
          </a:p>
          <a:p>
            <a:pPr lvl="4" marL="2160000" indent="-216000">
              <a:spcBef>
                <a:spcPts val="283"/>
              </a:spcBef>
              <a:buClr>
                <a:srgbClr val="000000"/>
              </a:buClr>
              <a:buSzPct val="45000"/>
              <a:buFont typeface="Wingdings" charset="2"/>
              <a:buChar char=""/>
            </a:pPr>
            <a:r>
              <a:rPr b="0" lang="en-IN" sz="2000" spc="-1" strike="noStrike">
                <a:solidFill>
                  <a:srgbClr val="000000"/>
                </a:solidFill>
                <a:latin typeface="Calibri"/>
              </a:rPr>
              <a:t>Fifth Outline Level</a:t>
            </a:r>
            <a:endParaRPr b="0" lang="en-IN" sz="2000" spc="-1" strike="noStrike">
              <a:solidFill>
                <a:srgbClr val="000000"/>
              </a:solidFill>
              <a:latin typeface="Calibri"/>
            </a:endParaRPr>
          </a:p>
          <a:p>
            <a:pPr lvl="5" marL="2592000" indent="-216000">
              <a:spcBef>
                <a:spcPts val="283"/>
              </a:spcBef>
              <a:buClr>
                <a:srgbClr val="000000"/>
              </a:buClr>
              <a:buSzPct val="45000"/>
              <a:buFont typeface="Wingdings" charset="2"/>
              <a:buChar char=""/>
            </a:pPr>
            <a:r>
              <a:rPr b="0" lang="en-IN" sz="2000" spc="-1" strike="noStrike">
                <a:solidFill>
                  <a:srgbClr val="000000"/>
                </a:solidFill>
                <a:latin typeface="Calibri"/>
              </a:rPr>
              <a:t>Sixth Outline Level</a:t>
            </a:r>
            <a:endParaRPr b="0" lang="en-IN" sz="2000" spc="-1" strike="noStrike">
              <a:solidFill>
                <a:srgbClr val="000000"/>
              </a:solidFill>
              <a:latin typeface="Calibri"/>
            </a:endParaRPr>
          </a:p>
          <a:p>
            <a:pPr lvl="6" marL="3024000" indent="-216000">
              <a:spcBef>
                <a:spcPts val="283"/>
              </a:spcBef>
              <a:buClr>
                <a:srgbClr val="000000"/>
              </a:buClr>
              <a:buSzPct val="45000"/>
              <a:buFont typeface="Wingdings" charset="2"/>
              <a:buChar char=""/>
            </a:pPr>
            <a:r>
              <a:rPr b="0" lang="en-IN" sz="2000" spc="-1" strike="noStrike">
                <a:solidFill>
                  <a:srgbClr val="000000"/>
                </a:solidFill>
                <a:latin typeface="Calibri"/>
              </a:rPr>
              <a:t>Seventh Outline Level</a:t>
            </a:r>
            <a:endParaRPr b="0" lang="en-IN" sz="2000" spc="-1" strike="noStrike">
              <a:solidFill>
                <a:srgbClr val="000000"/>
              </a:solidFill>
              <a:latin typeface="Calibri"/>
            </a:endParaRPr>
          </a:p>
        </p:txBody>
      </p:sp>
    </p:spTree>
  </p:cSld>
  <p:clrMap bg1="lt1" bg2="lt2" tx1="dk1" tx2="dk2" accent1="accent1" accent2="accent2" accent3="accent3" accent4="accent4" accent5="accent5" accent6="accent6" hlink="hlink" folHlink="folHlink"/>
  <p:sldLayoutIdLst>
    <p:sldLayoutId id="2147483766" r:id="rId2"/>
    <p:sldLayoutId id="2147483767" r:id="rId3"/>
    <p:sldLayoutId id="2147483768" r:id="rId4"/>
    <p:sldLayoutId id="2147483769" r:id="rId5"/>
    <p:sldLayoutId id="2147483770" r:id="rId6"/>
    <p:sldLayoutId id="2147483771" r:id="rId7"/>
    <p:sldLayoutId id="2147483772" r:id="rId8"/>
    <p:sldLayoutId id="2147483773" r:id="rId9"/>
    <p:sldLayoutId id="2147483774" r:id="rId10"/>
    <p:sldLayoutId id="2147483775" r:id="rId11"/>
    <p:sldLayoutId id="2147483776" r:id="rId12"/>
    <p:sldLayoutId id="2147483777"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9.png"/><Relationship Id="rId10" Type="http://schemas.openxmlformats.org/officeDocument/2006/relationships/image" Target="../media/image10.png"/><Relationship Id="rId11" Type="http://schemas.openxmlformats.org/officeDocument/2006/relationships/image" Target="../media/image11.png"/><Relationship Id="rId12" Type="http://schemas.openxmlformats.org/officeDocument/2006/relationships/image" Target="../media/image12.png"/><Relationship Id="rId13" Type="http://schemas.openxmlformats.org/officeDocument/2006/relationships/slideLayout" Target="../slideLayouts/slideLayout49.xml"/><Relationship Id="rId14"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73.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85.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97.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09.xml"/><Relationship Id="rId2" Type="http://schemas.openxmlformats.org/officeDocument/2006/relationships/notesSlide" Target="../notesSlides/notesSlide1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6" name="Text 0"/>
          <p:cNvSpPr/>
          <p:nvPr/>
        </p:nvSpPr>
        <p:spPr>
          <a:xfrm>
            <a:off x="793800" y="1614600"/>
            <a:ext cx="13042440" cy="1239840"/>
          </a:xfrm>
          <a:prstGeom prst="rect">
            <a:avLst/>
          </a:prstGeom>
          <a:noFill/>
          <a:ln w="0">
            <a:noFill/>
          </a:ln>
        </p:spPr>
        <p:style>
          <a:lnRef idx="0"/>
          <a:fillRef idx="0"/>
          <a:effectRef idx="0"/>
          <a:fontRef idx="minor"/>
        </p:style>
        <p:txBody>
          <a:bodyPr lIns="0" rIns="0" tIns="0" bIns="0" anchor="t">
            <a:noAutofit/>
          </a:bodyPr>
          <a:p>
            <a:pPr algn="ctr">
              <a:lnSpc>
                <a:spcPts val="4850"/>
              </a:lnSpc>
              <a:buNone/>
              <a:tabLst>
                <a:tab algn="l" pos="0"/>
              </a:tabLst>
            </a:pPr>
            <a:r>
              <a:rPr b="0" lang="en-US" sz="3900" spc="-1" strike="noStrike">
                <a:solidFill>
                  <a:srgbClr val="152d47"/>
                </a:solidFill>
                <a:latin typeface="Crimson Pro Semi Bold"/>
                <a:ea typeface="Crimson Pro Semi Bold"/>
              </a:rPr>
              <a:t>AI-Assisted Learning Management System for Online Education Platform</a:t>
            </a:r>
            <a:endParaRPr b="0" lang="en-IN" sz="3900" spc="-1" strike="noStrike">
              <a:latin typeface="Arial"/>
            </a:endParaRPr>
          </a:p>
        </p:txBody>
      </p:sp>
      <p:sp>
        <p:nvSpPr>
          <p:cNvPr id="407" name="Text 1"/>
          <p:cNvSpPr/>
          <p:nvPr/>
        </p:nvSpPr>
        <p:spPr>
          <a:xfrm>
            <a:off x="793800" y="3251520"/>
            <a:ext cx="13042440" cy="317160"/>
          </a:xfrm>
          <a:prstGeom prst="rect">
            <a:avLst/>
          </a:prstGeom>
          <a:noFill/>
          <a:ln w="0">
            <a:noFill/>
          </a:ln>
        </p:spPr>
        <p:style>
          <a:lnRef idx="0"/>
          <a:fillRef idx="0"/>
          <a:effectRef idx="0"/>
          <a:fontRef idx="minor"/>
        </p:style>
        <p:txBody>
          <a:bodyPr wrap="none" lIns="0" rIns="0" tIns="0" bIns="0" anchor="t">
            <a:noAutofit/>
          </a:bodyPr>
          <a:p>
            <a:pPr algn="ctr">
              <a:lnSpc>
                <a:spcPts val="2500"/>
              </a:lnSpc>
              <a:buNone/>
              <a:tabLst>
                <a:tab algn="l" pos="0"/>
              </a:tabLst>
            </a:pPr>
            <a:r>
              <a:rPr b="0" i="1" lang="en-US" sz="1550" spc="-1" strike="noStrike">
                <a:solidFill>
                  <a:srgbClr val="4c4c4d"/>
                </a:solidFill>
                <a:latin typeface="Heebo"/>
                <a:ea typeface="Heebo"/>
              </a:rPr>
              <a:t>Viva-Voce Presentation — Master of Computer Applications</a:t>
            </a:r>
            <a:endParaRPr b="0" lang="en-IN" sz="1550" spc="-1" strike="noStrike">
              <a:latin typeface="Arial"/>
            </a:endParaRPr>
          </a:p>
        </p:txBody>
      </p:sp>
      <p:sp>
        <p:nvSpPr>
          <p:cNvPr id="408" name="Shape 2"/>
          <p:cNvSpPr/>
          <p:nvPr/>
        </p:nvSpPr>
        <p:spPr>
          <a:xfrm>
            <a:off x="793800" y="3841920"/>
            <a:ext cx="13042440" cy="14400"/>
          </a:xfrm>
          <a:prstGeom prst="rect">
            <a:avLst/>
          </a:prstGeom>
          <a:solidFill>
            <a:srgbClr val="4c4c4d">
              <a:alpha val="50000"/>
            </a:srgbClr>
          </a:solidFill>
          <a:ln w="0">
            <a:noFill/>
          </a:ln>
        </p:spPr>
        <p:style>
          <a:lnRef idx="0"/>
          <a:fillRef idx="0"/>
          <a:effectRef idx="0"/>
          <a:fontRef idx="minor"/>
        </p:style>
      </p:sp>
      <p:sp>
        <p:nvSpPr>
          <p:cNvPr id="409" name="Text 3"/>
          <p:cNvSpPr/>
          <p:nvPr/>
        </p:nvSpPr>
        <p:spPr>
          <a:xfrm>
            <a:off x="793800" y="4308120"/>
            <a:ext cx="6279120" cy="1269720"/>
          </a:xfrm>
          <a:prstGeom prst="rect">
            <a:avLst/>
          </a:prstGeom>
          <a:noFill/>
          <a:ln w="0">
            <a:noFill/>
          </a:ln>
        </p:spPr>
        <p:style>
          <a:lnRef idx="0"/>
          <a:fillRef idx="0"/>
          <a:effectRef idx="0"/>
          <a:fontRef idx="minor"/>
        </p:style>
        <p:txBody>
          <a:bodyPr lIns="0" rIns="0" tIns="0" bIns="0" anchor="t">
            <a:noAutofit/>
          </a:bodyPr>
          <a:p>
            <a:pPr>
              <a:lnSpc>
                <a:spcPts val="2500"/>
              </a:lnSpc>
              <a:buNone/>
              <a:tabLst>
                <a:tab algn="l" pos="0"/>
              </a:tabLst>
            </a:pPr>
            <a:r>
              <a:rPr b="1" lang="en-US" sz="1550" spc="-1" strike="noStrike">
                <a:solidFill>
                  <a:srgbClr val="4c4c4d"/>
                </a:solidFill>
                <a:latin typeface="Heebo"/>
                <a:ea typeface="Heebo"/>
              </a:rPr>
              <a:t>Presented by:</a:t>
            </a:r>
            <a:r>
              <a:rPr b="0" lang="en-US" sz="1550" spc="-1" strike="noStrike">
                <a:solidFill>
                  <a:srgbClr val="4c4c4d"/>
                </a:solidFill>
                <a:latin typeface="Heebo"/>
                <a:ea typeface="Heebo"/>
              </a:rPr>
              <a:t>LOGESHWARAN K</a:t>
            </a:r>
            <a:endParaRPr b="0" lang="en-IN" sz="1550" spc="-1" strike="noStrike">
              <a:latin typeface="Arial"/>
            </a:endParaRPr>
          </a:p>
          <a:p>
            <a:pPr>
              <a:lnSpc>
                <a:spcPts val="2500"/>
              </a:lnSpc>
              <a:buNone/>
              <a:tabLst>
                <a:tab algn="l" pos="0"/>
              </a:tabLst>
            </a:pPr>
            <a:r>
              <a:rPr b="0" lang="en-US" sz="1550" spc="-1" strike="noStrike">
                <a:solidFill>
                  <a:srgbClr val="4c4c4d"/>
                </a:solidFill>
                <a:latin typeface="Heebo"/>
                <a:ea typeface="Heebo"/>
              </a:rPr>
              <a:t>Roll No: 2435MCA0039</a:t>
            </a:r>
            <a:endParaRPr b="0" lang="en-IN" sz="1550" spc="-1" strike="noStrike">
              <a:latin typeface="Arial"/>
            </a:endParaRPr>
          </a:p>
          <a:p>
            <a:pPr>
              <a:lnSpc>
                <a:spcPts val="2500"/>
              </a:lnSpc>
              <a:buNone/>
              <a:tabLst>
                <a:tab algn="l" pos="0"/>
              </a:tabLst>
            </a:pPr>
            <a:r>
              <a:rPr b="0" lang="en-US" sz="1550" spc="-1" strike="noStrike">
                <a:solidFill>
                  <a:srgbClr val="4c4c4d"/>
                </a:solidFill>
                <a:latin typeface="Heebo"/>
                <a:ea typeface="Heebo"/>
              </a:rPr>
              <a:t>Reg. No: 67224100033</a:t>
            </a:r>
            <a:endParaRPr b="0" lang="en-IN" sz="1550" spc="-1" strike="noStrike">
              <a:latin typeface="Arial"/>
            </a:endParaRPr>
          </a:p>
        </p:txBody>
      </p:sp>
      <p:sp>
        <p:nvSpPr>
          <p:cNvPr id="410" name="Text 4"/>
          <p:cNvSpPr/>
          <p:nvPr/>
        </p:nvSpPr>
        <p:spPr>
          <a:xfrm>
            <a:off x="7565040" y="4308120"/>
            <a:ext cx="6279120" cy="1587240"/>
          </a:xfrm>
          <a:prstGeom prst="rect">
            <a:avLst/>
          </a:prstGeom>
          <a:noFill/>
          <a:ln w="0">
            <a:noFill/>
          </a:ln>
        </p:spPr>
        <p:style>
          <a:lnRef idx="0"/>
          <a:fillRef idx="0"/>
          <a:effectRef idx="0"/>
          <a:fontRef idx="minor"/>
        </p:style>
        <p:txBody>
          <a:bodyPr lIns="0" rIns="0" tIns="0" bIns="0" anchor="t">
            <a:noAutofit/>
          </a:bodyPr>
          <a:p>
            <a:pPr>
              <a:lnSpc>
                <a:spcPts val="2500"/>
              </a:lnSpc>
              <a:buNone/>
              <a:tabLst>
                <a:tab algn="l" pos="0"/>
              </a:tabLst>
            </a:pPr>
            <a:r>
              <a:rPr b="1" lang="en-US" sz="1550" spc="-1" strike="noStrike">
                <a:solidFill>
                  <a:srgbClr val="4c4c4d"/>
                </a:solidFill>
                <a:latin typeface="Heebo"/>
                <a:ea typeface="Heebo"/>
              </a:rPr>
              <a:t>Guide:</a:t>
            </a:r>
            <a:r>
              <a:rPr b="0" lang="en-US" sz="1550" spc="-1" strike="noStrike">
                <a:solidFill>
                  <a:srgbClr val="4c4c4d"/>
                </a:solidFill>
                <a:latin typeface="Heebo"/>
                <a:ea typeface="Heebo"/>
              </a:rPr>
              <a:t>Dr. Geetha P</a:t>
            </a:r>
            <a:endParaRPr b="0" lang="en-IN" sz="1550" spc="-1" strike="noStrike">
              <a:latin typeface="Arial"/>
            </a:endParaRPr>
          </a:p>
          <a:p>
            <a:pPr>
              <a:lnSpc>
                <a:spcPts val="2500"/>
              </a:lnSpc>
              <a:buNone/>
              <a:tabLst>
                <a:tab algn="l" pos="0"/>
              </a:tabLst>
            </a:pPr>
            <a:r>
              <a:rPr b="0" lang="en-US" sz="1550" spc="-1" strike="noStrike">
                <a:solidFill>
                  <a:srgbClr val="4c4c4d"/>
                </a:solidFill>
                <a:latin typeface="Heebo"/>
                <a:ea typeface="Heebo"/>
              </a:rPr>
              <a:t>Associate Professor</a:t>
            </a:r>
            <a:endParaRPr b="0" lang="en-IN" sz="1550" spc="-1" strike="noStrike">
              <a:latin typeface="Arial"/>
            </a:endParaRPr>
          </a:p>
          <a:p>
            <a:pPr>
              <a:lnSpc>
                <a:spcPts val="2500"/>
              </a:lnSpc>
              <a:buNone/>
              <a:tabLst>
                <a:tab algn="l" pos="0"/>
              </a:tabLst>
            </a:pPr>
            <a:r>
              <a:rPr b="0" lang="en-US" sz="1550" spc="-1" strike="noStrike">
                <a:solidFill>
                  <a:srgbClr val="4c4c4d"/>
                </a:solidFill>
                <a:latin typeface="Heebo"/>
                <a:ea typeface="Heebo"/>
              </a:rPr>
              <a:t>Dept. of Information Science &amp; Technology</a:t>
            </a:r>
            <a:endParaRPr b="0" lang="en-IN" sz="1550" spc="-1" strike="noStrike">
              <a:latin typeface="Arial"/>
            </a:endParaRPr>
          </a:p>
          <a:p>
            <a:pPr>
              <a:lnSpc>
                <a:spcPts val="2500"/>
              </a:lnSpc>
              <a:buNone/>
              <a:tabLst>
                <a:tab algn="l" pos="0"/>
              </a:tabLst>
            </a:pPr>
            <a:r>
              <a:rPr b="0" lang="en-US" sz="1550" spc="-1" strike="noStrike">
                <a:solidFill>
                  <a:srgbClr val="4c4c4d"/>
                </a:solidFill>
                <a:latin typeface="Heebo"/>
                <a:ea typeface="Heebo"/>
              </a:rPr>
              <a:t>Centre for Distance Education, Anna University</a:t>
            </a:r>
            <a:endParaRPr b="0" lang="en-IN" sz="1550" spc="-1" strike="noStrike">
              <a:latin typeface="Arial"/>
            </a:endParaRPr>
          </a:p>
        </p:txBody>
      </p:sp>
      <p:sp>
        <p:nvSpPr>
          <p:cNvPr id="411" name="Text 5"/>
          <p:cNvSpPr/>
          <p:nvPr/>
        </p:nvSpPr>
        <p:spPr>
          <a:xfrm>
            <a:off x="793800" y="6297480"/>
            <a:ext cx="13042440" cy="317160"/>
          </a:xfrm>
          <a:prstGeom prst="rect">
            <a:avLst/>
          </a:prstGeom>
          <a:noFill/>
          <a:ln w="0">
            <a:noFill/>
          </a:ln>
        </p:spPr>
        <p:style>
          <a:lnRef idx="0"/>
          <a:fillRef idx="0"/>
          <a:effectRef idx="0"/>
          <a:fontRef idx="minor"/>
        </p:style>
        <p:txBody>
          <a:bodyPr wrap="none" lIns="0" rIns="0" tIns="0" bIns="0" anchor="t">
            <a:noAutofit/>
          </a:bodyPr>
          <a:p>
            <a:pPr algn="ctr">
              <a:lnSpc>
                <a:spcPts val="2500"/>
              </a:lnSpc>
              <a:buNone/>
              <a:tabLst>
                <a:tab algn="l" pos="0"/>
              </a:tabLst>
            </a:pPr>
            <a:r>
              <a:rPr b="0" lang="en-US" sz="1550" spc="-1" strike="noStrike">
                <a:solidFill>
                  <a:srgbClr val="4c4c4d"/>
                </a:solidFill>
                <a:latin typeface="Heebo"/>
                <a:ea typeface="Heebo"/>
              </a:rPr>
              <a:t>April 2026</a:t>
            </a:r>
            <a:endParaRPr b="0" lang="en-IN" sz="155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2" name="Text 0"/>
          <p:cNvSpPr/>
          <p:nvPr/>
        </p:nvSpPr>
        <p:spPr>
          <a:xfrm>
            <a:off x="793800" y="863640"/>
            <a:ext cx="4961520" cy="619560"/>
          </a:xfrm>
          <a:prstGeom prst="rect">
            <a:avLst/>
          </a:prstGeom>
          <a:noFill/>
          <a:ln w="0">
            <a:noFill/>
          </a:ln>
        </p:spPr>
        <p:style>
          <a:lnRef idx="0"/>
          <a:fillRef idx="0"/>
          <a:effectRef idx="0"/>
          <a:fontRef idx="minor"/>
        </p:style>
        <p:txBody>
          <a:bodyPr wrap="none" lIns="0" rIns="0" tIns="0" bIns="0" anchor="t">
            <a:noAutofit/>
          </a:bodyPr>
          <a:p>
            <a:pPr>
              <a:lnSpc>
                <a:spcPts val="4850"/>
              </a:lnSpc>
              <a:buNone/>
              <a:tabLst>
                <a:tab algn="l" pos="0"/>
              </a:tabLst>
            </a:pPr>
            <a:r>
              <a:rPr b="0" lang="en-US" sz="3900" spc="-1" strike="noStrike">
                <a:solidFill>
                  <a:srgbClr val="152d47"/>
                </a:solidFill>
                <a:latin typeface="Crimson Pro Semi Bold"/>
                <a:ea typeface="Crimson Pro Semi Bold"/>
              </a:rPr>
              <a:t>Problem Statement</a:t>
            </a:r>
            <a:endParaRPr b="0" lang="en-IN" sz="3900" spc="-1" strike="noStrike">
              <a:latin typeface="Arial"/>
            </a:endParaRPr>
          </a:p>
        </p:txBody>
      </p:sp>
      <p:sp>
        <p:nvSpPr>
          <p:cNvPr id="413" name="Text 1"/>
          <p:cNvSpPr/>
          <p:nvPr/>
        </p:nvSpPr>
        <p:spPr>
          <a:xfrm>
            <a:off x="793800" y="1880640"/>
            <a:ext cx="13042440" cy="634680"/>
          </a:xfrm>
          <a:prstGeom prst="rect">
            <a:avLst/>
          </a:prstGeom>
          <a:noFill/>
          <a:ln w="0">
            <a:noFill/>
          </a:ln>
        </p:spPr>
        <p:style>
          <a:lnRef idx="0"/>
          <a:fillRef idx="0"/>
          <a:effectRef idx="0"/>
          <a:fontRef idx="minor"/>
        </p:style>
        <p:txBody>
          <a:bodyPr lIns="0" rIns="0" tIns="0" bIns="0" anchor="t">
            <a:noAutofit/>
          </a:bodyPr>
          <a:p>
            <a:pPr>
              <a:lnSpc>
                <a:spcPts val="2500"/>
              </a:lnSpc>
              <a:buNone/>
              <a:tabLst>
                <a:tab algn="l" pos="0"/>
              </a:tabLst>
            </a:pPr>
            <a:r>
              <a:rPr b="0" lang="en-US" sz="1550" spc="-1" strike="noStrike">
                <a:solidFill>
                  <a:srgbClr val="4c4c4d"/>
                </a:solidFill>
                <a:latin typeface="Heebo"/>
                <a:ea typeface="Heebo"/>
              </a:rPr>
              <a:t>Most LMS platforms today function only as file repositories. They lack built-in AI, resulting in high teacher workload and poor personalised feedback for students. A comparative study of four major platforms revealed the following critical gaps:</a:t>
            </a:r>
            <a:endParaRPr b="0" lang="en-IN" sz="1550" spc="-1" strike="noStrike">
              <a:latin typeface="Arial"/>
            </a:endParaRPr>
          </a:p>
        </p:txBody>
      </p:sp>
      <p:sp>
        <p:nvSpPr>
          <p:cNvPr id="414" name="Text 2"/>
          <p:cNvSpPr/>
          <p:nvPr/>
        </p:nvSpPr>
        <p:spPr>
          <a:xfrm>
            <a:off x="793800" y="2813400"/>
            <a:ext cx="6251040" cy="495720"/>
          </a:xfrm>
          <a:prstGeom prst="rect">
            <a:avLst/>
          </a:prstGeom>
          <a:noFill/>
          <a:ln w="0">
            <a:noFill/>
          </a:ln>
        </p:spPr>
        <p:style>
          <a:lnRef idx="0"/>
          <a:fillRef idx="0"/>
          <a:effectRef idx="0"/>
          <a:fontRef idx="minor"/>
        </p:style>
        <p:txBody>
          <a:bodyPr wrap="none" lIns="0" rIns="0" tIns="0" bIns="0" anchor="t">
            <a:noAutofit/>
          </a:bodyPr>
          <a:p>
            <a:pPr>
              <a:lnSpc>
                <a:spcPts val="3900"/>
              </a:lnSpc>
              <a:buNone/>
              <a:tabLst>
                <a:tab algn="l" pos="0"/>
              </a:tabLst>
            </a:pPr>
            <a:r>
              <a:rPr b="0" lang="en-US" sz="3100" spc="-1" strike="noStrike">
                <a:solidFill>
                  <a:srgbClr val="152d47"/>
                </a:solidFill>
                <a:latin typeface="Crimson Pro Semi Bold"/>
                <a:ea typeface="Crimson Pro Semi Bold"/>
              </a:rPr>
              <a:t>Limitations of Existing LMS Platforms</a:t>
            </a:r>
            <a:endParaRPr b="0" lang="en-IN" sz="3100" spc="-1" strike="noStrike">
              <a:latin typeface="Arial"/>
            </a:endParaRPr>
          </a:p>
        </p:txBody>
      </p:sp>
      <p:sp>
        <p:nvSpPr>
          <p:cNvPr id="415" name="Shape 3"/>
          <p:cNvSpPr/>
          <p:nvPr/>
        </p:nvSpPr>
        <p:spPr>
          <a:xfrm>
            <a:off x="793800" y="3607200"/>
            <a:ext cx="13042440" cy="2899800"/>
          </a:xfrm>
          <a:prstGeom prst="roundRect">
            <a:avLst>
              <a:gd name="adj" fmla="val 1027"/>
            </a:avLst>
          </a:prstGeom>
          <a:noFill/>
          <a:ln w="7620">
            <a:solidFill>
              <a:srgbClr val="000000">
                <a:alpha val="8000"/>
              </a:srgbClr>
            </a:solidFill>
            <a:round/>
          </a:ln>
        </p:spPr>
        <p:style>
          <a:lnRef idx="0"/>
          <a:fillRef idx="0"/>
          <a:effectRef idx="0"/>
          <a:fontRef idx="minor"/>
        </p:style>
      </p:sp>
      <p:sp>
        <p:nvSpPr>
          <p:cNvPr id="416" name="Text 4"/>
          <p:cNvSpPr/>
          <p:nvPr/>
        </p:nvSpPr>
        <p:spPr>
          <a:xfrm>
            <a:off x="1000080" y="3741480"/>
            <a:ext cx="2204640" cy="317160"/>
          </a:xfrm>
          <a:prstGeom prst="rect">
            <a:avLst/>
          </a:prstGeom>
          <a:noFill/>
          <a:ln w="0">
            <a:noFill/>
          </a:ln>
        </p:spPr>
        <p:style>
          <a:lnRef idx="0"/>
          <a:fillRef idx="0"/>
          <a:effectRef idx="0"/>
          <a:fontRef idx="minor"/>
        </p:style>
        <p:txBody>
          <a:bodyPr wrap="none" lIns="0" rIns="0" tIns="0" bIns="0" anchor="t">
            <a:noAutofit/>
          </a:bodyPr>
          <a:p>
            <a:pPr>
              <a:lnSpc>
                <a:spcPts val="2500"/>
              </a:lnSpc>
              <a:buNone/>
              <a:tabLst>
                <a:tab algn="l" pos="0"/>
              </a:tabLst>
            </a:pPr>
            <a:r>
              <a:rPr b="0" lang="en-US" sz="1550" spc="-1" strike="noStrike">
                <a:solidFill>
                  <a:srgbClr val="4c4c4d"/>
                </a:solidFill>
                <a:latin typeface="Heebo"/>
                <a:ea typeface="Heebo"/>
              </a:rPr>
              <a:t>Platform</a:t>
            </a:r>
            <a:endParaRPr b="0" lang="en-IN" sz="1550" spc="-1" strike="noStrike">
              <a:latin typeface="Arial"/>
            </a:endParaRPr>
          </a:p>
        </p:txBody>
      </p:sp>
      <p:sp>
        <p:nvSpPr>
          <p:cNvPr id="417" name="Text 5"/>
          <p:cNvSpPr/>
          <p:nvPr/>
        </p:nvSpPr>
        <p:spPr>
          <a:xfrm>
            <a:off x="3609360" y="3741480"/>
            <a:ext cx="2200680" cy="317160"/>
          </a:xfrm>
          <a:prstGeom prst="rect">
            <a:avLst/>
          </a:prstGeom>
          <a:noFill/>
          <a:ln w="0">
            <a:noFill/>
          </a:ln>
        </p:spPr>
        <p:style>
          <a:lnRef idx="0"/>
          <a:fillRef idx="0"/>
          <a:effectRef idx="0"/>
          <a:fontRef idx="minor"/>
        </p:style>
        <p:txBody>
          <a:bodyPr wrap="none" lIns="0" rIns="0" tIns="0" bIns="0" anchor="t">
            <a:noAutofit/>
          </a:bodyPr>
          <a:p>
            <a:pPr>
              <a:lnSpc>
                <a:spcPts val="2500"/>
              </a:lnSpc>
              <a:buNone/>
              <a:tabLst>
                <a:tab algn="l" pos="0"/>
              </a:tabLst>
            </a:pPr>
            <a:r>
              <a:rPr b="0" lang="en-US" sz="1550" spc="-1" strike="noStrike">
                <a:solidFill>
                  <a:srgbClr val="4c4c4d"/>
                </a:solidFill>
                <a:latin typeface="Heebo"/>
                <a:ea typeface="Heebo"/>
              </a:rPr>
              <a:t>AI Features</a:t>
            </a:r>
            <a:endParaRPr b="0" lang="en-IN" sz="1550" spc="-1" strike="noStrike">
              <a:latin typeface="Arial"/>
            </a:endParaRPr>
          </a:p>
        </p:txBody>
      </p:sp>
      <p:sp>
        <p:nvSpPr>
          <p:cNvPr id="418" name="Text 6"/>
          <p:cNvSpPr/>
          <p:nvPr/>
        </p:nvSpPr>
        <p:spPr>
          <a:xfrm>
            <a:off x="6214680" y="3741480"/>
            <a:ext cx="2200680" cy="317160"/>
          </a:xfrm>
          <a:prstGeom prst="rect">
            <a:avLst/>
          </a:prstGeom>
          <a:noFill/>
          <a:ln w="0">
            <a:noFill/>
          </a:ln>
        </p:spPr>
        <p:style>
          <a:lnRef idx="0"/>
          <a:fillRef idx="0"/>
          <a:effectRef idx="0"/>
          <a:fontRef idx="minor"/>
        </p:style>
        <p:txBody>
          <a:bodyPr wrap="none" lIns="0" rIns="0" tIns="0" bIns="0" anchor="t">
            <a:noAutofit/>
          </a:bodyPr>
          <a:p>
            <a:pPr>
              <a:lnSpc>
                <a:spcPts val="2500"/>
              </a:lnSpc>
              <a:buNone/>
              <a:tabLst>
                <a:tab algn="l" pos="0"/>
              </a:tabLst>
            </a:pPr>
            <a:r>
              <a:rPr b="0" lang="en-US" sz="1550" spc="-1" strike="noStrike">
                <a:solidFill>
                  <a:srgbClr val="4c4c4d"/>
                </a:solidFill>
                <a:latin typeface="Heebo"/>
                <a:ea typeface="Heebo"/>
              </a:rPr>
              <a:t>Video Streaming</a:t>
            </a:r>
            <a:endParaRPr b="0" lang="en-IN" sz="1550" spc="-1" strike="noStrike">
              <a:latin typeface="Arial"/>
            </a:endParaRPr>
          </a:p>
        </p:txBody>
      </p:sp>
      <p:sp>
        <p:nvSpPr>
          <p:cNvPr id="419" name="Text 7"/>
          <p:cNvSpPr/>
          <p:nvPr/>
        </p:nvSpPr>
        <p:spPr>
          <a:xfrm>
            <a:off x="8820360" y="3741480"/>
            <a:ext cx="2200680" cy="317160"/>
          </a:xfrm>
          <a:prstGeom prst="rect">
            <a:avLst/>
          </a:prstGeom>
          <a:noFill/>
          <a:ln w="0">
            <a:noFill/>
          </a:ln>
        </p:spPr>
        <p:style>
          <a:lnRef idx="0"/>
          <a:fillRef idx="0"/>
          <a:effectRef idx="0"/>
          <a:fontRef idx="minor"/>
        </p:style>
        <p:txBody>
          <a:bodyPr wrap="none" lIns="0" rIns="0" tIns="0" bIns="0" anchor="t">
            <a:noAutofit/>
          </a:bodyPr>
          <a:p>
            <a:pPr>
              <a:lnSpc>
                <a:spcPts val="2500"/>
              </a:lnSpc>
              <a:buNone/>
              <a:tabLst>
                <a:tab algn="l" pos="0"/>
              </a:tabLst>
            </a:pPr>
            <a:r>
              <a:rPr b="0" lang="en-US" sz="1550" spc="-1" strike="noStrike">
                <a:solidFill>
                  <a:srgbClr val="4c4c4d"/>
                </a:solidFill>
                <a:latin typeface="Heebo"/>
                <a:ea typeface="Heebo"/>
              </a:rPr>
              <a:t>Personalised Feedback</a:t>
            </a:r>
            <a:endParaRPr b="0" lang="en-IN" sz="1550" spc="-1" strike="noStrike">
              <a:latin typeface="Arial"/>
            </a:endParaRPr>
          </a:p>
        </p:txBody>
      </p:sp>
      <p:sp>
        <p:nvSpPr>
          <p:cNvPr id="420" name="Text 8"/>
          <p:cNvSpPr/>
          <p:nvPr/>
        </p:nvSpPr>
        <p:spPr>
          <a:xfrm>
            <a:off x="11425680" y="3741480"/>
            <a:ext cx="2204640" cy="317160"/>
          </a:xfrm>
          <a:prstGeom prst="rect">
            <a:avLst/>
          </a:prstGeom>
          <a:noFill/>
          <a:ln w="0">
            <a:noFill/>
          </a:ln>
        </p:spPr>
        <p:style>
          <a:lnRef idx="0"/>
          <a:fillRef idx="0"/>
          <a:effectRef idx="0"/>
          <a:fontRef idx="minor"/>
        </p:style>
        <p:txBody>
          <a:bodyPr wrap="none" lIns="0" rIns="0" tIns="0" bIns="0" anchor="t">
            <a:noAutofit/>
          </a:bodyPr>
          <a:p>
            <a:pPr>
              <a:lnSpc>
                <a:spcPts val="2500"/>
              </a:lnSpc>
              <a:buNone/>
              <a:tabLst>
                <a:tab algn="l" pos="0"/>
              </a:tabLst>
            </a:pPr>
            <a:r>
              <a:rPr b="0" lang="en-US" sz="1550" spc="-1" strike="noStrike">
                <a:solidFill>
                  <a:srgbClr val="4c4c4d"/>
                </a:solidFill>
                <a:latin typeface="Heebo"/>
                <a:ea typeface="Heebo"/>
              </a:rPr>
              <a:t>Cost</a:t>
            </a:r>
            <a:endParaRPr b="0" lang="en-IN" sz="1550" spc="-1" strike="noStrike">
              <a:latin typeface="Arial"/>
            </a:endParaRPr>
          </a:p>
        </p:txBody>
      </p:sp>
      <p:sp>
        <p:nvSpPr>
          <p:cNvPr id="421" name="Text 9"/>
          <p:cNvSpPr/>
          <p:nvPr/>
        </p:nvSpPr>
        <p:spPr>
          <a:xfrm>
            <a:off x="1000080" y="4320000"/>
            <a:ext cx="2204640" cy="317160"/>
          </a:xfrm>
          <a:prstGeom prst="rect">
            <a:avLst/>
          </a:prstGeom>
          <a:noFill/>
          <a:ln w="0">
            <a:noFill/>
          </a:ln>
        </p:spPr>
        <p:style>
          <a:lnRef idx="0"/>
          <a:fillRef idx="0"/>
          <a:effectRef idx="0"/>
          <a:fontRef idx="minor"/>
        </p:style>
        <p:txBody>
          <a:bodyPr wrap="none" lIns="0" rIns="0" tIns="0" bIns="0" anchor="t">
            <a:noAutofit/>
          </a:bodyPr>
          <a:p>
            <a:pPr>
              <a:lnSpc>
                <a:spcPts val="2500"/>
              </a:lnSpc>
              <a:buNone/>
              <a:tabLst>
                <a:tab algn="l" pos="0"/>
              </a:tabLst>
            </a:pPr>
            <a:r>
              <a:rPr b="0" lang="en-US" sz="1550" spc="-1" strike="noStrike">
                <a:solidFill>
                  <a:srgbClr val="4c4c4d"/>
                </a:solidFill>
                <a:latin typeface="Heebo"/>
                <a:ea typeface="Heebo"/>
              </a:rPr>
              <a:t>Moodle</a:t>
            </a:r>
            <a:endParaRPr b="0" lang="en-IN" sz="1550" spc="-1" strike="noStrike">
              <a:latin typeface="Arial"/>
            </a:endParaRPr>
          </a:p>
        </p:txBody>
      </p:sp>
      <p:sp>
        <p:nvSpPr>
          <p:cNvPr id="422" name="Text 10"/>
          <p:cNvSpPr/>
          <p:nvPr/>
        </p:nvSpPr>
        <p:spPr>
          <a:xfrm>
            <a:off x="3609360" y="4320000"/>
            <a:ext cx="2200680" cy="317160"/>
          </a:xfrm>
          <a:prstGeom prst="rect">
            <a:avLst/>
          </a:prstGeom>
          <a:noFill/>
          <a:ln w="0">
            <a:noFill/>
          </a:ln>
        </p:spPr>
        <p:style>
          <a:lnRef idx="0"/>
          <a:fillRef idx="0"/>
          <a:effectRef idx="0"/>
          <a:fontRef idx="minor"/>
        </p:style>
        <p:txBody>
          <a:bodyPr wrap="none" lIns="0" rIns="0" tIns="0" bIns="0" anchor="t">
            <a:noAutofit/>
          </a:bodyPr>
          <a:p>
            <a:pPr>
              <a:lnSpc>
                <a:spcPts val="2500"/>
              </a:lnSpc>
              <a:buNone/>
              <a:tabLst>
                <a:tab algn="l" pos="0"/>
              </a:tabLst>
            </a:pPr>
            <a:r>
              <a:rPr b="0" lang="en-US" sz="1550" spc="-1" strike="noStrike">
                <a:solidFill>
                  <a:srgbClr val="4c4c4d"/>
                </a:solidFill>
                <a:latin typeface="Heebo"/>
                <a:ea typeface="Heebo"/>
              </a:rPr>
              <a:t>Via plugins only</a:t>
            </a:r>
            <a:endParaRPr b="0" lang="en-IN" sz="1550" spc="-1" strike="noStrike">
              <a:latin typeface="Arial"/>
            </a:endParaRPr>
          </a:p>
        </p:txBody>
      </p:sp>
      <p:sp>
        <p:nvSpPr>
          <p:cNvPr id="423" name="Text 11"/>
          <p:cNvSpPr/>
          <p:nvPr/>
        </p:nvSpPr>
        <p:spPr>
          <a:xfrm>
            <a:off x="6214680" y="4320000"/>
            <a:ext cx="2200680" cy="317160"/>
          </a:xfrm>
          <a:prstGeom prst="rect">
            <a:avLst/>
          </a:prstGeom>
          <a:noFill/>
          <a:ln w="0">
            <a:noFill/>
          </a:ln>
        </p:spPr>
        <p:style>
          <a:lnRef idx="0"/>
          <a:fillRef idx="0"/>
          <a:effectRef idx="0"/>
          <a:fontRef idx="minor"/>
        </p:style>
        <p:txBody>
          <a:bodyPr wrap="none" lIns="0" rIns="0" tIns="0" bIns="0" anchor="t">
            <a:noAutofit/>
          </a:bodyPr>
          <a:p>
            <a:pPr>
              <a:lnSpc>
                <a:spcPts val="2500"/>
              </a:lnSpc>
              <a:buNone/>
              <a:tabLst>
                <a:tab algn="l" pos="0"/>
              </a:tabLst>
            </a:pPr>
            <a:r>
              <a:rPr b="0" lang="en-US" sz="1550" spc="-1" strike="noStrike">
                <a:solidFill>
                  <a:srgbClr val="4c4c4d"/>
                </a:solidFill>
                <a:latin typeface="Heebo"/>
                <a:ea typeface="Heebo"/>
              </a:rPr>
              <a:t>Via plugin</a:t>
            </a:r>
            <a:endParaRPr b="0" lang="en-IN" sz="1550" spc="-1" strike="noStrike">
              <a:latin typeface="Arial"/>
            </a:endParaRPr>
          </a:p>
        </p:txBody>
      </p:sp>
      <p:sp>
        <p:nvSpPr>
          <p:cNvPr id="424" name="Text 12"/>
          <p:cNvSpPr/>
          <p:nvPr/>
        </p:nvSpPr>
        <p:spPr>
          <a:xfrm>
            <a:off x="8820360" y="4320000"/>
            <a:ext cx="2200680" cy="317160"/>
          </a:xfrm>
          <a:prstGeom prst="rect">
            <a:avLst/>
          </a:prstGeom>
          <a:noFill/>
          <a:ln w="0">
            <a:noFill/>
          </a:ln>
        </p:spPr>
        <p:style>
          <a:lnRef idx="0"/>
          <a:fillRef idx="0"/>
          <a:effectRef idx="0"/>
          <a:fontRef idx="minor"/>
        </p:style>
        <p:txBody>
          <a:bodyPr wrap="none" lIns="0" rIns="0" tIns="0" bIns="0" anchor="t">
            <a:noAutofit/>
          </a:bodyPr>
          <a:p>
            <a:pPr>
              <a:lnSpc>
                <a:spcPts val="2500"/>
              </a:lnSpc>
              <a:buNone/>
              <a:tabLst>
                <a:tab algn="l" pos="0"/>
              </a:tabLst>
            </a:pPr>
            <a:r>
              <a:rPr b="0" lang="en-US" sz="1550" spc="-1" strike="noStrike">
                <a:solidFill>
                  <a:srgbClr val="4c4c4d"/>
                </a:solidFill>
                <a:latin typeface="Heebo"/>
                <a:ea typeface="Heebo"/>
              </a:rPr>
              <a:t>None</a:t>
            </a:r>
            <a:endParaRPr b="0" lang="en-IN" sz="1550" spc="-1" strike="noStrike">
              <a:latin typeface="Arial"/>
            </a:endParaRPr>
          </a:p>
        </p:txBody>
      </p:sp>
      <p:sp>
        <p:nvSpPr>
          <p:cNvPr id="425" name="Text 13"/>
          <p:cNvSpPr/>
          <p:nvPr/>
        </p:nvSpPr>
        <p:spPr>
          <a:xfrm>
            <a:off x="11425680" y="4320000"/>
            <a:ext cx="2204640" cy="317160"/>
          </a:xfrm>
          <a:prstGeom prst="rect">
            <a:avLst/>
          </a:prstGeom>
          <a:noFill/>
          <a:ln w="0">
            <a:noFill/>
          </a:ln>
        </p:spPr>
        <p:style>
          <a:lnRef idx="0"/>
          <a:fillRef idx="0"/>
          <a:effectRef idx="0"/>
          <a:fontRef idx="minor"/>
        </p:style>
        <p:txBody>
          <a:bodyPr wrap="none" lIns="0" rIns="0" tIns="0" bIns="0" anchor="t">
            <a:noAutofit/>
          </a:bodyPr>
          <a:p>
            <a:pPr>
              <a:lnSpc>
                <a:spcPts val="2500"/>
              </a:lnSpc>
              <a:buNone/>
              <a:tabLst>
                <a:tab algn="l" pos="0"/>
              </a:tabLst>
            </a:pPr>
            <a:r>
              <a:rPr b="0" lang="en-US" sz="1550" spc="-1" strike="noStrike">
                <a:solidFill>
                  <a:srgbClr val="4c4c4d"/>
                </a:solidFill>
                <a:latin typeface="Heebo"/>
                <a:ea typeface="Heebo"/>
              </a:rPr>
              <a:t>Free (complex setup)</a:t>
            </a:r>
            <a:endParaRPr b="0" lang="en-IN" sz="1550" spc="-1" strike="noStrike">
              <a:latin typeface="Arial"/>
            </a:endParaRPr>
          </a:p>
        </p:txBody>
      </p:sp>
      <p:sp>
        <p:nvSpPr>
          <p:cNvPr id="426" name="Text 14"/>
          <p:cNvSpPr/>
          <p:nvPr/>
        </p:nvSpPr>
        <p:spPr>
          <a:xfrm>
            <a:off x="1000080" y="4898520"/>
            <a:ext cx="2204640" cy="317160"/>
          </a:xfrm>
          <a:prstGeom prst="rect">
            <a:avLst/>
          </a:prstGeom>
          <a:noFill/>
          <a:ln w="0">
            <a:noFill/>
          </a:ln>
        </p:spPr>
        <p:style>
          <a:lnRef idx="0"/>
          <a:fillRef idx="0"/>
          <a:effectRef idx="0"/>
          <a:fontRef idx="minor"/>
        </p:style>
        <p:txBody>
          <a:bodyPr wrap="none" lIns="0" rIns="0" tIns="0" bIns="0" anchor="t">
            <a:noAutofit/>
          </a:bodyPr>
          <a:p>
            <a:pPr>
              <a:lnSpc>
                <a:spcPts val="2500"/>
              </a:lnSpc>
              <a:buNone/>
              <a:tabLst>
                <a:tab algn="l" pos="0"/>
              </a:tabLst>
            </a:pPr>
            <a:r>
              <a:rPr b="0" lang="en-US" sz="1550" spc="-1" strike="noStrike">
                <a:solidFill>
                  <a:srgbClr val="4c4c4d"/>
                </a:solidFill>
                <a:latin typeface="Heebo"/>
                <a:ea typeface="Heebo"/>
              </a:rPr>
              <a:t>Google Classroom</a:t>
            </a:r>
            <a:endParaRPr b="0" lang="en-IN" sz="1550" spc="-1" strike="noStrike">
              <a:latin typeface="Arial"/>
            </a:endParaRPr>
          </a:p>
        </p:txBody>
      </p:sp>
      <p:sp>
        <p:nvSpPr>
          <p:cNvPr id="427" name="Text 15"/>
          <p:cNvSpPr/>
          <p:nvPr/>
        </p:nvSpPr>
        <p:spPr>
          <a:xfrm>
            <a:off x="3609360" y="4898520"/>
            <a:ext cx="2200680" cy="317160"/>
          </a:xfrm>
          <a:prstGeom prst="rect">
            <a:avLst/>
          </a:prstGeom>
          <a:noFill/>
          <a:ln w="0">
            <a:noFill/>
          </a:ln>
        </p:spPr>
        <p:style>
          <a:lnRef idx="0"/>
          <a:fillRef idx="0"/>
          <a:effectRef idx="0"/>
          <a:fontRef idx="minor"/>
        </p:style>
        <p:txBody>
          <a:bodyPr wrap="none" lIns="0" rIns="0" tIns="0" bIns="0" anchor="t">
            <a:noAutofit/>
          </a:bodyPr>
          <a:p>
            <a:pPr>
              <a:lnSpc>
                <a:spcPts val="2500"/>
              </a:lnSpc>
              <a:buNone/>
              <a:tabLst>
                <a:tab algn="l" pos="0"/>
              </a:tabLst>
            </a:pPr>
            <a:r>
              <a:rPr b="0" lang="en-US" sz="1550" spc="-1" strike="noStrike">
                <a:solidFill>
                  <a:srgbClr val="4c4c4d"/>
                </a:solidFill>
                <a:latin typeface="Heebo"/>
                <a:ea typeface="Heebo"/>
              </a:rPr>
              <a:t>None</a:t>
            </a:r>
            <a:endParaRPr b="0" lang="en-IN" sz="1550" spc="-1" strike="noStrike">
              <a:latin typeface="Arial"/>
            </a:endParaRPr>
          </a:p>
        </p:txBody>
      </p:sp>
      <p:sp>
        <p:nvSpPr>
          <p:cNvPr id="428" name="Text 16"/>
          <p:cNvSpPr/>
          <p:nvPr/>
        </p:nvSpPr>
        <p:spPr>
          <a:xfrm>
            <a:off x="6214680" y="4898520"/>
            <a:ext cx="2200680" cy="317160"/>
          </a:xfrm>
          <a:prstGeom prst="rect">
            <a:avLst/>
          </a:prstGeom>
          <a:noFill/>
          <a:ln w="0">
            <a:noFill/>
          </a:ln>
        </p:spPr>
        <p:style>
          <a:lnRef idx="0"/>
          <a:fillRef idx="0"/>
          <a:effectRef idx="0"/>
          <a:fontRef idx="minor"/>
        </p:style>
        <p:txBody>
          <a:bodyPr wrap="none" lIns="0" rIns="0" tIns="0" bIns="0" anchor="t">
            <a:noAutofit/>
          </a:bodyPr>
          <a:p>
            <a:pPr>
              <a:lnSpc>
                <a:spcPts val="2500"/>
              </a:lnSpc>
              <a:buNone/>
              <a:tabLst>
                <a:tab algn="l" pos="0"/>
              </a:tabLst>
            </a:pPr>
            <a:r>
              <a:rPr b="0" lang="en-US" sz="1550" spc="-1" strike="noStrike">
                <a:solidFill>
                  <a:srgbClr val="4c4c4d"/>
                </a:solidFill>
                <a:latin typeface="Heebo"/>
                <a:ea typeface="Heebo"/>
              </a:rPr>
              <a:t>Via Drive/YouTube</a:t>
            </a:r>
            <a:endParaRPr b="0" lang="en-IN" sz="1550" spc="-1" strike="noStrike">
              <a:latin typeface="Arial"/>
            </a:endParaRPr>
          </a:p>
        </p:txBody>
      </p:sp>
      <p:sp>
        <p:nvSpPr>
          <p:cNvPr id="429" name="Text 17"/>
          <p:cNvSpPr/>
          <p:nvPr/>
        </p:nvSpPr>
        <p:spPr>
          <a:xfrm>
            <a:off x="8820360" y="4898520"/>
            <a:ext cx="2200680" cy="317160"/>
          </a:xfrm>
          <a:prstGeom prst="rect">
            <a:avLst/>
          </a:prstGeom>
          <a:noFill/>
          <a:ln w="0">
            <a:noFill/>
          </a:ln>
        </p:spPr>
        <p:style>
          <a:lnRef idx="0"/>
          <a:fillRef idx="0"/>
          <a:effectRef idx="0"/>
          <a:fontRef idx="minor"/>
        </p:style>
        <p:txBody>
          <a:bodyPr wrap="none" lIns="0" rIns="0" tIns="0" bIns="0" anchor="t">
            <a:noAutofit/>
          </a:bodyPr>
          <a:p>
            <a:pPr>
              <a:lnSpc>
                <a:spcPts val="2500"/>
              </a:lnSpc>
              <a:buNone/>
              <a:tabLst>
                <a:tab algn="l" pos="0"/>
              </a:tabLst>
            </a:pPr>
            <a:r>
              <a:rPr b="0" lang="en-US" sz="1550" spc="-1" strike="noStrike">
                <a:solidFill>
                  <a:srgbClr val="4c4c4d"/>
                </a:solidFill>
                <a:latin typeface="Heebo"/>
                <a:ea typeface="Heebo"/>
              </a:rPr>
              <a:t>None</a:t>
            </a:r>
            <a:endParaRPr b="0" lang="en-IN" sz="1550" spc="-1" strike="noStrike">
              <a:latin typeface="Arial"/>
            </a:endParaRPr>
          </a:p>
        </p:txBody>
      </p:sp>
      <p:sp>
        <p:nvSpPr>
          <p:cNvPr id="430" name="Text 18"/>
          <p:cNvSpPr/>
          <p:nvPr/>
        </p:nvSpPr>
        <p:spPr>
          <a:xfrm>
            <a:off x="11425680" y="4898520"/>
            <a:ext cx="2204640" cy="317160"/>
          </a:xfrm>
          <a:prstGeom prst="rect">
            <a:avLst/>
          </a:prstGeom>
          <a:noFill/>
          <a:ln w="0">
            <a:noFill/>
          </a:ln>
        </p:spPr>
        <p:style>
          <a:lnRef idx="0"/>
          <a:fillRef idx="0"/>
          <a:effectRef idx="0"/>
          <a:fontRef idx="minor"/>
        </p:style>
        <p:txBody>
          <a:bodyPr wrap="none" lIns="0" rIns="0" tIns="0" bIns="0" anchor="t">
            <a:noAutofit/>
          </a:bodyPr>
          <a:p>
            <a:pPr>
              <a:lnSpc>
                <a:spcPts val="2500"/>
              </a:lnSpc>
              <a:buNone/>
              <a:tabLst>
                <a:tab algn="l" pos="0"/>
              </a:tabLst>
            </a:pPr>
            <a:r>
              <a:rPr b="0" lang="en-US" sz="1550" spc="-1" strike="noStrike">
                <a:solidFill>
                  <a:srgbClr val="4c4c4d"/>
                </a:solidFill>
                <a:latin typeface="Heebo"/>
                <a:ea typeface="Heebo"/>
              </a:rPr>
              <a:t>Free (limited)</a:t>
            </a:r>
            <a:endParaRPr b="0" lang="en-IN" sz="1550" spc="-1" strike="noStrike">
              <a:latin typeface="Arial"/>
            </a:endParaRPr>
          </a:p>
        </p:txBody>
      </p:sp>
      <p:sp>
        <p:nvSpPr>
          <p:cNvPr id="431" name="Text 19"/>
          <p:cNvSpPr/>
          <p:nvPr/>
        </p:nvSpPr>
        <p:spPr>
          <a:xfrm>
            <a:off x="1000080" y="5477040"/>
            <a:ext cx="2204640" cy="317160"/>
          </a:xfrm>
          <a:prstGeom prst="rect">
            <a:avLst/>
          </a:prstGeom>
          <a:noFill/>
          <a:ln w="0">
            <a:noFill/>
          </a:ln>
        </p:spPr>
        <p:style>
          <a:lnRef idx="0"/>
          <a:fillRef idx="0"/>
          <a:effectRef idx="0"/>
          <a:fontRef idx="minor"/>
        </p:style>
        <p:txBody>
          <a:bodyPr wrap="none" lIns="0" rIns="0" tIns="0" bIns="0" anchor="t">
            <a:noAutofit/>
          </a:bodyPr>
          <a:p>
            <a:pPr>
              <a:lnSpc>
                <a:spcPts val="2500"/>
              </a:lnSpc>
              <a:buNone/>
              <a:tabLst>
                <a:tab algn="l" pos="0"/>
              </a:tabLst>
            </a:pPr>
            <a:r>
              <a:rPr b="0" lang="en-US" sz="1550" spc="-1" strike="noStrike">
                <a:solidFill>
                  <a:srgbClr val="4c4c4d"/>
                </a:solidFill>
                <a:latin typeface="Heebo"/>
                <a:ea typeface="Heebo"/>
              </a:rPr>
              <a:t>Canvas LMS</a:t>
            </a:r>
            <a:endParaRPr b="0" lang="en-IN" sz="1550" spc="-1" strike="noStrike">
              <a:latin typeface="Arial"/>
            </a:endParaRPr>
          </a:p>
        </p:txBody>
      </p:sp>
      <p:sp>
        <p:nvSpPr>
          <p:cNvPr id="432" name="Text 20"/>
          <p:cNvSpPr/>
          <p:nvPr/>
        </p:nvSpPr>
        <p:spPr>
          <a:xfrm>
            <a:off x="3609360" y="5477040"/>
            <a:ext cx="2200680" cy="317160"/>
          </a:xfrm>
          <a:prstGeom prst="rect">
            <a:avLst/>
          </a:prstGeom>
          <a:noFill/>
          <a:ln w="0">
            <a:noFill/>
          </a:ln>
        </p:spPr>
        <p:style>
          <a:lnRef idx="0"/>
          <a:fillRef idx="0"/>
          <a:effectRef idx="0"/>
          <a:fontRef idx="minor"/>
        </p:style>
        <p:txBody>
          <a:bodyPr wrap="none" lIns="0" rIns="0" tIns="0" bIns="0" anchor="t">
            <a:noAutofit/>
          </a:bodyPr>
          <a:p>
            <a:pPr>
              <a:lnSpc>
                <a:spcPts val="2500"/>
              </a:lnSpc>
              <a:buNone/>
              <a:tabLst>
                <a:tab algn="l" pos="0"/>
              </a:tabLst>
            </a:pPr>
            <a:r>
              <a:rPr b="0" lang="en-US" sz="1550" spc="-1" strike="noStrike">
                <a:solidFill>
                  <a:srgbClr val="4c4c4d"/>
                </a:solidFill>
                <a:latin typeface="Heebo"/>
                <a:ea typeface="Heebo"/>
              </a:rPr>
              <a:t>None built-in</a:t>
            </a:r>
            <a:endParaRPr b="0" lang="en-IN" sz="1550" spc="-1" strike="noStrike">
              <a:latin typeface="Arial"/>
            </a:endParaRPr>
          </a:p>
        </p:txBody>
      </p:sp>
      <p:sp>
        <p:nvSpPr>
          <p:cNvPr id="433" name="Text 21"/>
          <p:cNvSpPr/>
          <p:nvPr/>
        </p:nvSpPr>
        <p:spPr>
          <a:xfrm>
            <a:off x="6214680" y="5477040"/>
            <a:ext cx="2200680" cy="317160"/>
          </a:xfrm>
          <a:prstGeom prst="rect">
            <a:avLst/>
          </a:prstGeom>
          <a:noFill/>
          <a:ln w="0">
            <a:noFill/>
          </a:ln>
        </p:spPr>
        <p:style>
          <a:lnRef idx="0"/>
          <a:fillRef idx="0"/>
          <a:effectRef idx="0"/>
          <a:fontRef idx="minor"/>
        </p:style>
        <p:txBody>
          <a:bodyPr wrap="none" lIns="0" rIns="0" tIns="0" bIns="0" anchor="t">
            <a:noAutofit/>
          </a:bodyPr>
          <a:p>
            <a:pPr>
              <a:lnSpc>
                <a:spcPts val="2500"/>
              </a:lnSpc>
              <a:buNone/>
              <a:tabLst>
                <a:tab algn="l" pos="0"/>
              </a:tabLst>
            </a:pPr>
            <a:r>
              <a:rPr b="0" lang="en-US" sz="1550" spc="-1" strike="noStrike">
                <a:solidFill>
                  <a:srgbClr val="4c4c4d"/>
                </a:solidFill>
                <a:latin typeface="Heebo"/>
                <a:ea typeface="Heebo"/>
              </a:rPr>
              <a:t>Yes</a:t>
            </a:r>
            <a:endParaRPr b="0" lang="en-IN" sz="1550" spc="-1" strike="noStrike">
              <a:latin typeface="Arial"/>
            </a:endParaRPr>
          </a:p>
        </p:txBody>
      </p:sp>
      <p:sp>
        <p:nvSpPr>
          <p:cNvPr id="434" name="Text 22"/>
          <p:cNvSpPr/>
          <p:nvPr/>
        </p:nvSpPr>
        <p:spPr>
          <a:xfrm>
            <a:off x="8820360" y="5477040"/>
            <a:ext cx="2200680" cy="317160"/>
          </a:xfrm>
          <a:prstGeom prst="rect">
            <a:avLst/>
          </a:prstGeom>
          <a:noFill/>
          <a:ln w="0">
            <a:noFill/>
          </a:ln>
        </p:spPr>
        <p:style>
          <a:lnRef idx="0"/>
          <a:fillRef idx="0"/>
          <a:effectRef idx="0"/>
          <a:fontRef idx="minor"/>
        </p:style>
        <p:txBody>
          <a:bodyPr wrap="none" lIns="0" rIns="0" tIns="0" bIns="0" anchor="t">
            <a:noAutofit/>
          </a:bodyPr>
          <a:p>
            <a:pPr>
              <a:lnSpc>
                <a:spcPts val="2500"/>
              </a:lnSpc>
              <a:buNone/>
              <a:tabLst>
                <a:tab algn="l" pos="0"/>
              </a:tabLst>
            </a:pPr>
            <a:r>
              <a:rPr b="0" lang="en-US" sz="1550" spc="-1" strike="noStrike">
                <a:solidFill>
                  <a:srgbClr val="4c4c4d"/>
                </a:solidFill>
                <a:latin typeface="Heebo"/>
                <a:ea typeface="Heebo"/>
              </a:rPr>
              <a:t>None</a:t>
            </a:r>
            <a:endParaRPr b="0" lang="en-IN" sz="1550" spc="-1" strike="noStrike">
              <a:latin typeface="Arial"/>
            </a:endParaRPr>
          </a:p>
        </p:txBody>
      </p:sp>
      <p:sp>
        <p:nvSpPr>
          <p:cNvPr id="435" name="Text 23"/>
          <p:cNvSpPr/>
          <p:nvPr/>
        </p:nvSpPr>
        <p:spPr>
          <a:xfrm>
            <a:off x="11425680" y="5477040"/>
            <a:ext cx="2204640" cy="317160"/>
          </a:xfrm>
          <a:prstGeom prst="rect">
            <a:avLst/>
          </a:prstGeom>
          <a:noFill/>
          <a:ln w="0">
            <a:noFill/>
          </a:ln>
        </p:spPr>
        <p:style>
          <a:lnRef idx="0"/>
          <a:fillRef idx="0"/>
          <a:effectRef idx="0"/>
          <a:fontRef idx="minor"/>
        </p:style>
        <p:txBody>
          <a:bodyPr wrap="none" lIns="0" rIns="0" tIns="0" bIns="0" anchor="t">
            <a:noAutofit/>
          </a:bodyPr>
          <a:p>
            <a:pPr>
              <a:lnSpc>
                <a:spcPts val="2500"/>
              </a:lnSpc>
              <a:buNone/>
              <a:tabLst>
                <a:tab algn="l" pos="0"/>
              </a:tabLst>
            </a:pPr>
            <a:r>
              <a:rPr b="0" lang="en-US" sz="1550" spc="-1" strike="noStrike">
                <a:solidFill>
                  <a:srgbClr val="4c4c4d"/>
                </a:solidFill>
                <a:latin typeface="Heebo"/>
                <a:ea typeface="Heebo"/>
              </a:rPr>
              <a:t>High licensing cost</a:t>
            </a:r>
            <a:endParaRPr b="0" lang="en-IN" sz="1550" spc="-1" strike="noStrike">
              <a:latin typeface="Arial"/>
            </a:endParaRPr>
          </a:p>
        </p:txBody>
      </p:sp>
      <p:sp>
        <p:nvSpPr>
          <p:cNvPr id="436" name="Text 24"/>
          <p:cNvSpPr/>
          <p:nvPr/>
        </p:nvSpPr>
        <p:spPr>
          <a:xfrm>
            <a:off x="1000080" y="6055560"/>
            <a:ext cx="2204640" cy="317160"/>
          </a:xfrm>
          <a:prstGeom prst="rect">
            <a:avLst/>
          </a:prstGeom>
          <a:noFill/>
          <a:ln w="0">
            <a:noFill/>
          </a:ln>
        </p:spPr>
        <p:style>
          <a:lnRef idx="0"/>
          <a:fillRef idx="0"/>
          <a:effectRef idx="0"/>
          <a:fontRef idx="minor"/>
        </p:style>
        <p:txBody>
          <a:bodyPr wrap="none" lIns="0" rIns="0" tIns="0" bIns="0" anchor="t">
            <a:noAutofit/>
          </a:bodyPr>
          <a:p>
            <a:pPr>
              <a:lnSpc>
                <a:spcPts val="2500"/>
              </a:lnSpc>
              <a:buNone/>
              <a:tabLst>
                <a:tab algn="l" pos="0"/>
              </a:tabLst>
            </a:pPr>
            <a:r>
              <a:rPr b="0" lang="en-US" sz="1550" spc="-1" strike="noStrike">
                <a:solidFill>
                  <a:srgbClr val="4c4c4d"/>
                </a:solidFill>
                <a:latin typeface="Heebo"/>
                <a:ea typeface="Heebo"/>
              </a:rPr>
              <a:t>Coursera</a:t>
            </a:r>
            <a:endParaRPr b="0" lang="en-IN" sz="1550" spc="-1" strike="noStrike">
              <a:latin typeface="Arial"/>
            </a:endParaRPr>
          </a:p>
        </p:txBody>
      </p:sp>
      <p:sp>
        <p:nvSpPr>
          <p:cNvPr id="437" name="Text 25"/>
          <p:cNvSpPr/>
          <p:nvPr/>
        </p:nvSpPr>
        <p:spPr>
          <a:xfrm>
            <a:off x="3609360" y="6055560"/>
            <a:ext cx="2200680" cy="317160"/>
          </a:xfrm>
          <a:prstGeom prst="rect">
            <a:avLst/>
          </a:prstGeom>
          <a:noFill/>
          <a:ln w="0">
            <a:noFill/>
          </a:ln>
        </p:spPr>
        <p:style>
          <a:lnRef idx="0"/>
          <a:fillRef idx="0"/>
          <a:effectRef idx="0"/>
          <a:fontRef idx="minor"/>
        </p:style>
        <p:txBody>
          <a:bodyPr wrap="none" lIns="0" rIns="0" tIns="0" bIns="0" anchor="t">
            <a:noAutofit/>
          </a:bodyPr>
          <a:p>
            <a:pPr>
              <a:lnSpc>
                <a:spcPts val="2500"/>
              </a:lnSpc>
              <a:buNone/>
              <a:tabLst>
                <a:tab algn="l" pos="0"/>
              </a:tabLst>
            </a:pPr>
            <a:r>
              <a:rPr b="0" lang="en-US" sz="1550" spc="-1" strike="noStrike">
                <a:solidFill>
                  <a:srgbClr val="4c4c4d"/>
                </a:solidFill>
                <a:latin typeface="Heebo"/>
                <a:ea typeface="Heebo"/>
              </a:rPr>
              <a:t>Limited</a:t>
            </a:r>
            <a:endParaRPr b="0" lang="en-IN" sz="1550" spc="-1" strike="noStrike">
              <a:latin typeface="Arial"/>
            </a:endParaRPr>
          </a:p>
        </p:txBody>
      </p:sp>
      <p:sp>
        <p:nvSpPr>
          <p:cNvPr id="438" name="Text 26"/>
          <p:cNvSpPr/>
          <p:nvPr/>
        </p:nvSpPr>
        <p:spPr>
          <a:xfrm>
            <a:off x="6214680" y="6055560"/>
            <a:ext cx="2200680" cy="317160"/>
          </a:xfrm>
          <a:prstGeom prst="rect">
            <a:avLst/>
          </a:prstGeom>
          <a:noFill/>
          <a:ln w="0">
            <a:noFill/>
          </a:ln>
        </p:spPr>
        <p:style>
          <a:lnRef idx="0"/>
          <a:fillRef idx="0"/>
          <a:effectRef idx="0"/>
          <a:fontRef idx="minor"/>
        </p:style>
        <p:txBody>
          <a:bodyPr wrap="none" lIns="0" rIns="0" tIns="0" bIns="0" anchor="t">
            <a:noAutofit/>
          </a:bodyPr>
          <a:p>
            <a:pPr>
              <a:lnSpc>
                <a:spcPts val="2500"/>
              </a:lnSpc>
              <a:buNone/>
              <a:tabLst>
                <a:tab algn="l" pos="0"/>
              </a:tabLst>
            </a:pPr>
            <a:r>
              <a:rPr b="0" lang="en-US" sz="1550" spc="-1" strike="noStrike">
                <a:solidFill>
                  <a:srgbClr val="4c4c4d"/>
                </a:solidFill>
                <a:latin typeface="Heebo"/>
                <a:ea typeface="Heebo"/>
              </a:rPr>
              <a:t>Yes</a:t>
            </a:r>
            <a:endParaRPr b="0" lang="en-IN" sz="1550" spc="-1" strike="noStrike">
              <a:latin typeface="Arial"/>
            </a:endParaRPr>
          </a:p>
        </p:txBody>
      </p:sp>
      <p:sp>
        <p:nvSpPr>
          <p:cNvPr id="439" name="Text 27"/>
          <p:cNvSpPr/>
          <p:nvPr/>
        </p:nvSpPr>
        <p:spPr>
          <a:xfrm>
            <a:off x="8820360" y="6055560"/>
            <a:ext cx="2200680" cy="317160"/>
          </a:xfrm>
          <a:prstGeom prst="rect">
            <a:avLst/>
          </a:prstGeom>
          <a:noFill/>
          <a:ln w="0">
            <a:noFill/>
          </a:ln>
        </p:spPr>
        <p:style>
          <a:lnRef idx="0"/>
          <a:fillRef idx="0"/>
          <a:effectRef idx="0"/>
          <a:fontRef idx="minor"/>
        </p:style>
        <p:txBody>
          <a:bodyPr wrap="none" lIns="0" rIns="0" tIns="0" bIns="0" anchor="t">
            <a:noAutofit/>
          </a:bodyPr>
          <a:p>
            <a:pPr>
              <a:lnSpc>
                <a:spcPts val="2500"/>
              </a:lnSpc>
              <a:buNone/>
              <a:tabLst>
                <a:tab algn="l" pos="0"/>
              </a:tabLst>
            </a:pPr>
            <a:r>
              <a:rPr b="0" lang="en-US" sz="1550" spc="-1" strike="noStrike">
                <a:solidFill>
                  <a:srgbClr val="4c4c4d"/>
                </a:solidFill>
                <a:latin typeface="Heebo"/>
                <a:ea typeface="Heebo"/>
              </a:rPr>
              <a:t>Partial</a:t>
            </a:r>
            <a:endParaRPr b="0" lang="en-IN" sz="1550" spc="-1" strike="noStrike">
              <a:latin typeface="Arial"/>
            </a:endParaRPr>
          </a:p>
        </p:txBody>
      </p:sp>
      <p:sp>
        <p:nvSpPr>
          <p:cNvPr id="440" name="Text 28"/>
          <p:cNvSpPr/>
          <p:nvPr/>
        </p:nvSpPr>
        <p:spPr>
          <a:xfrm>
            <a:off x="11425680" y="6055560"/>
            <a:ext cx="2204640" cy="317160"/>
          </a:xfrm>
          <a:prstGeom prst="rect">
            <a:avLst/>
          </a:prstGeom>
          <a:noFill/>
          <a:ln w="0">
            <a:noFill/>
          </a:ln>
        </p:spPr>
        <p:style>
          <a:lnRef idx="0"/>
          <a:fillRef idx="0"/>
          <a:effectRef idx="0"/>
          <a:fontRef idx="minor"/>
        </p:style>
        <p:txBody>
          <a:bodyPr wrap="none" lIns="0" rIns="0" tIns="0" bIns="0" anchor="t">
            <a:noAutofit/>
          </a:bodyPr>
          <a:p>
            <a:pPr>
              <a:lnSpc>
                <a:spcPts val="2500"/>
              </a:lnSpc>
              <a:buNone/>
              <a:tabLst>
                <a:tab algn="l" pos="0"/>
              </a:tabLst>
            </a:pPr>
            <a:r>
              <a:rPr b="0" lang="en-US" sz="1550" spc="-1" strike="noStrike">
                <a:solidFill>
                  <a:srgbClr val="4c4c4d"/>
                </a:solidFill>
                <a:latin typeface="Heebo"/>
                <a:ea typeface="Heebo"/>
              </a:rPr>
              <a:t>Freemium/Paid</a:t>
            </a:r>
            <a:endParaRPr b="0" lang="en-IN" sz="1550" spc="-1" strike="noStrike">
              <a:latin typeface="Arial"/>
            </a:endParaRPr>
          </a:p>
        </p:txBody>
      </p:sp>
      <p:sp>
        <p:nvSpPr>
          <p:cNvPr id="441" name="Text 29"/>
          <p:cNvSpPr/>
          <p:nvPr/>
        </p:nvSpPr>
        <p:spPr>
          <a:xfrm>
            <a:off x="793800" y="6730560"/>
            <a:ext cx="13042440" cy="634680"/>
          </a:xfrm>
          <a:prstGeom prst="rect">
            <a:avLst/>
          </a:prstGeom>
          <a:noFill/>
          <a:ln w="0">
            <a:noFill/>
          </a:ln>
        </p:spPr>
        <p:style>
          <a:lnRef idx="0"/>
          <a:fillRef idx="0"/>
          <a:effectRef idx="0"/>
          <a:fontRef idx="minor"/>
        </p:style>
        <p:txBody>
          <a:bodyPr lIns="0" rIns="0" tIns="0" bIns="0" anchor="t">
            <a:noAutofit/>
          </a:bodyPr>
          <a:p>
            <a:pPr>
              <a:lnSpc>
                <a:spcPts val="2500"/>
              </a:lnSpc>
              <a:buNone/>
              <a:tabLst>
                <a:tab algn="l" pos="0"/>
              </a:tabLst>
            </a:pPr>
            <a:r>
              <a:rPr b="1" lang="en-US" sz="1550" spc="-1" strike="noStrike">
                <a:solidFill>
                  <a:srgbClr val="4c4c4d"/>
                </a:solidFill>
                <a:latin typeface="Heebo"/>
                <a:ea typeface="Heebo"/>
              </a:rPr>
              <a:t>None of the existing platforms bundle AI quiz generation, AI grading, AI course creation, and a course-aware chatbot in a single open-source product.</a:t>
            </a:r>
            <a:endParaRPr b="0" lang="en-IN" sz="155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2" name="Text 0"/>
          <p:cNvSpPr/>
          <p:nvPr/>
        </p:nvSpPr>
        <p:spPr>
          <a:xfrm>
            <a:off x="707040" y="507600"/>
            <a:ext cx="5994000" cy="552240"/>
          </a:xfrm>
          <a:prstGeom prst="rect">
            <a:avLst/>
          </a:prstGeom>
          <a:noFill/>
          <a:ln w="0">
            <a:noFill/>
          </a:ln>
        </p:spPr>
        <p:style>
          <a:lnRef idx="0"/>
          <a:fillRef idx="0"/>
          <a:effectRef idx="0"/>
          <a:fontRef idx="minor"/>
        </p:style>
        <p:txBody>
          <a:bodyPr wrap="none" lIns="0" rIns="0" tIns="0" bIns="0" anchor="t">
            <a:noAutofit/>
          </a:bodyPr>
          <a:p>
            <a:pPr>
              <a:lnSpc>
                <a:spcPts val="4300"/>
              </a:lnSpc>
              <a:buNone/>
              <a:tabLst>
                <a:tab algn="l" pos="0"/>
              </a:tabLst>
            </a:pPr>
            <a:r>
              <a:rPr b="0" lang="en-US" sz="3450" spc="-1" strike="noStrike">
                <a:solidFill>
                  <a:srgbClr val="152d47"/>
                </a:solidFill>
                <a:latin typeface="Crimson Pro Semi Bold"/>
                <a:ea typeface="Crimson Pro Semi Bold"/>
              </a:rPr>
              <a:t>Proposed System - ThinkBloom</a:t>
            </a:r>
            <a:endParaRPr b="0" lang="en-IN" sz="3450" spc="-1" strike="noStrike">
              <a:latin typeface="Arial"/>
            </a:endParaRPr>
          </a:p>
        </p:txBody>
      </p:sp>
      <p:sp>
        <p:nvSpPr>
          <p:cNvPr id="443" name="Text 1"/>
          <p:cNvSpPr/>
          <p:nvPr/>
        </p:nvSpPr>
        <p:spPr>
          <a:xfrm>
            <a:off x="707040" y="1374840"/>
            <a:ext cx="13215960" cy="534600"/>
          </a:xfrm>
          <a:prstGeom prst="rect">
            <a:avLst/>
          </a:prstGeom>
          <a:noFill/>
          <a:ln w="0">
            <a:noFill/>
          </a:ln>
        </p:spPr>
        <p:style>
          <a:lnRef idx="0"/>
          <a:fillRef idx="0"/>
          <a:effectRef idx="0"/>
          <a:fontRef idx="minor"/>
        </p:style>
        <p:txBody>
          <a:bodyPr lIns="0" rIns="0" tIns="0" bIns="0" anchor="t">
            <a:noAutofit/>
          </a:bodyPr>
          <a:p>
            <a:pPr>
              <a:lnSpc>
                <a:spcPts val="2100"/>
              </a:lnSpc>
              <a:buNone/>
              <a:tabLst>
                <a:tab algn="l" pos="0"/>
              </a:tabLst>
            </a:pPr>
            <a:r>
              <a:rPr b="0" lang="en-US" sz="1350" spc="-1" strike="noStrike">
                <a:solidFill>
                  <a:srgbClr val="4c4c4d"/>
                </a:solidFill>
                <a:latin typeface="Heebo"/>
                <a:ea typeface="Heebo"/>
              </a:rPr>
              <a:t>ThinkBloom is a web-based AI-augmented LMS that integrates generative AI directly into the teaching and learning workflow. It is built on a modular three-tier architecture serving two user roles.</a:t>
            </a:r>
            <a:endParaRPr b="0" lang="en-IN" sz="1350" spc="-1" strike="noStrike">
              <a:latin typeface="Arial"/>
            </a:endParaRPr>
          </a:p>
        </p:txBody>
      </p:sp>
      <p:sp>
        <p:nvSpPr>
          <p:cNvPr id="444" name="Shape 2"/>
          <p:cNvSpPr/>
          <p:nvPr/>
        </p:nvSpPr>
        <p:spPr>
          <a:xfrm>
            <a:off x="707040" y="2351880"/>
            <a:ext cx="6529320" cy="176400"/>
          </a:xfrm>
          <a:prstGeom prst="roundRect">
            <a:avLst>
              <a:gd name="adj" fmla="val 15007"/>
            </a:avLst>
          </a:prstGeom>
          <a:solidFill>
            <a:srgbClr val="f2eeee"/>
          </a:solidFill>
          <a:ln w="0">
            <a:noFill/>
          </a:ln>
        </p:spPr>
        <p:style>
          <a:lnRef idx="0"/>
          <a:fillRef idx="0"/>
          <a:effectRef idx="0"/>
          <a:fontRef idx="minor"/>
        </p:style>
      </p:sp>
      <p:sp>
        <p:nvSpPr>
          <p:cNvPr id="445" name="Text 3"/>
          <p:cNvSpPr/>
          <p:nvPr/>
        </p:nvSpPr>
        <p:spPr>
          <a:xfrm>
            <a:off x="883800" y="2685960"/>
            <a:ext cx="2209320" cy="275760"/>
          </a:xfrm>
          <a:prstGeom prst="rect">
            <a:avLst/>
          </a:prstGeom>
          <a:noFill/>
          <a:ln w="0">
            <a:noFill/>
          </a:ln>
        </p:spPr>
        <p:style>
          <a:lnRef idx="0"/>
          <a:fillRef idx="0"/>
          <a:effectRef idx="0"/>
          <a:fontRef idx="minor"/>
        </p:style>
        <p:txBody>
          <a:bodyPr wrap="none" lIns="0" rIns="0" tIns="0" bIns="0" anchor="t">
            <a:noAutofit/>
          </a:bodyPr>
          <a:p>
            <a:pPr>
              <a:lnSpc>
                <a:spcPts val="2149"/>
              </a:lnSpc>
              <a:buNone/>
              <a:tabLst>
                <a:tab algn="l" pos="0"/>
              </a:tabLst>
            </a:pPr>
            <a:r>
              <a:rPr b="0" lang="en-US" sz="1700" spc="-1" strike="noStrike">
                <a:solidFill>
                  <a:srgbClr val="4c4c4d"/>
                </a:solidFill>
                <a:latin typeface="Crimson Pro Semi Bold"/>
                <a:ea typeface="Crimson Pro Semi Bold"/>
              </a:rPr>
              <a:t>Presentation Layer</a:t>
            </a:r>
            <a:endParaRPr b="0" lang="en-IN" sz="1700" spc="-1" strike="noStrike">
              <a:latin typeface="Arial"/>
            </a:endParaRPr>
          </a:p>
        </p:txBody>
      </p:sp>
      <p:sp>
        <p:nvSpPr>
          <p:cNvPr id="446" name="Text 4"/>
          <p:cNvSpPr/>
          <p:nvPr/>
        </p:nvSpPr>
        <p:spPr>
          <a:xfrm>
            <a:off x="883800" y="3056400"/>
            <a:ext cx="6175800" cy="267120"/>
          </a:xfrm>
          <a:prstGeom prst="rect">
            <a:avLst/>
          </a:prstGeom>
          <a:noFill/>
          <a:ln w="0">
            <a:noFill/>
          </a:ln>
        </p:spPr>
        <p:style>
          <a:lnRef idx="0"/>
          <a:fillRef idx="0"/>
          <a:effectRef idx="0"/>
          <a:fontRef idx="minor"/>
        </p:style>
        <p:txBody>
          <a:bodyPr wrap="none" lIns="0" rIns="0" tIns="0" bIns="0" anchor="t">
            <a:noAutofit/>
          </a:bodyPr>
          <a:p>
            <a:pPr>
              <a:lnSpc>
                <a:spcPts val="2100"/>
              </a:lnSpc>
              <a:buNone/>
              <a:tabLst>
                <a:tab algn="l" pos="0"/>
              </a:tabLst>
            </a:pPr>
            <a:r>
              <a:rPr b="0" lang="en-US" sz="1350" spc="-1" strike="noStrike">
                <a:solidFill>
                  <a:srgbClr val="4c4c4d"/>
                </a:solidFill>
                <a:latin typeface="Heebo"/>
                <a:ea typeface="Heebo"/>
              </a:rPr>
              <a:t>Next.js 16 (Port 3000) · Tailwind CSS v4 · shadcn/ui · TanStack Query </a:t>
            </a:r>
            <a:endParaRPr b="0" lang="en-IN" sz="1350" spc="-1" strike="noStrike">
              <a:latin typeface="Arial"/>
            </a:endParaRPr>
          </a:p>
          <a:p>
            <a:pPr>
              <a:lnSpc>
                <a:spcPts val="2100"/>
              </a:lnSpc>
              <a:buNone/>
              <a:tabLst>
                <a:tab algn="l" pos="0"/>
              </a:tabLst>
            </a:pPr>
            <a:r>
              <a:rPr b="0" lang="en-US" sz="1350" spc="-1" strike="noStrike">
                <a:solidFill>
                  <a:srgbClr val="4c4c4d"/>
                </a:solidFill>
                <a:latin typeface="Heebo"/>
                <a:ea typeface="Heebo"/>
              </a:rPr>
              <a:t>· Zustand</a:t>
            </a:r>
            <a:endParaRPr b="0" lang="en-IN" sz="1350" spc="-1" strike="noStrike">
              <a:latin typeface="Arial"/>
            </a:endParaRPr>
          </a:p>
        </p:txBody>
      </p:sp>
      <p:sp>
        <p:nvSpPr>
          <p:cNvPr id="447" name="Shape 5"/>
          <p:cNvSpPr/>
          <p:nvPr/>
        </p:nvSpPr>
        <p:spPr>
          <a:xfrm>
            <a:off x="7394040" y="2086920"/>
            <a:ext cx="6529320" cy="176400"/>
          </a:xfrm>
          <a:prstGeom prst="roundRect">
            <a:avLst>
              <a:gd name="adj" fmla="val 15007"/>
            </a:avLst>
          </a:prstGeom>
          <a:solidFill>
            <a:srgbClr val="f2eeee"/>
          </a:solidFill>
          <a:ln w="0">
            <a:noFill/>
          </a:ln>
        </p:spPr>
        <p:style>
          <a:lnRef idx="0"/>
          <a:fillRef idx="0"/>
          <a:effectRef idx="0"/>
          <a:fontRef idx="minor"/>
        </p:style>
      </p:sp>
      <p:sp>
        <p:nvSpPr>
          <p:cNvPr id="448" name="Text 6"/>
          <p:cNvSpPr/>
          <p:nvPr/>
        </p:nvSpPr>
        <p:spPr>
          <a:xfrm>
            <a:off x="7570440" y="2421000"/>
            <a:ext cx="2209320" cy="275760"/>
          </a:xfrm>
          <a:prstGeom prst="rect">
            <a:avLst/>
          </a:prstGeom>
          <a:noFill/>
          <a:ln w="0">
            <a:noFill/>
          </a:ln>
        </p:spPr>
        <p:style>
          <a:lnRef idx="0"/>
          <a:fillRef idx="0"/>
          <a:effectRef idx="0"/>
          <a:fontRef idx="minor"/>
        </p:style>
        <p:txBody>
          <a:bodyPr wrap="none" lIns="0" rIns="0" tIns="0" bIns="0" anchor="t">
            <a:noAutofit/>
          </a:bodyPr>
          <a:p>
            <a:pPr>
              <a:lnSpc>
                <a:spcPts val="2149"/>
              </a:lnSpc>
              <a:buNone/>
              <a:tabLst>
                <a:tab algn="l" pos="0"/>
              </a:tabLst>
            </a:pPr>
            <a:r>
              <a:rPr b="0" lang="en-US" sz="1700" spc="-1" strike="noStrike">
                <a:solidFill>
                  <a:srgbClr val="4c4c4d"/>
                </a:solidFill>
                <a:latin typeface="Crimson Pro Semi Bold"/>
                <a:ea typeface="Crimson Pro Semi Bold"/>
              </a:rPr>
              <a:t>Application Layer</a:t>
            </a:r>
            <a:endParaRPr b="0" lang="en-IN" sz="1700" spc="-1" strike="noStrike">
              <a:latin typeface="Arial"/>
            </a:endParaRPr>
          </a:p>
        </p:txBody>
      </p:sp>
      <p:sp>
        <p:nvSpPr>
          <p:cNvPr id="449" name="Text 7"/>
          <p:cNvSpPr/>
          <p:nvPr/>
        </p:nvSpPr>
        <p:spPr>
          <a:xfrm>
            <a:off x="7570440" y="2791440"/>
            <a:ext cx="6175800" cy="534600"/>
          </a:xfrm>
          <a:prstGeom prst="rect">
            <a:avLst/>
          </a:prstGeom>
          <a:noFill/>
          <a:ln w="0">
            <a:noFill/>
          </a:ln>
        </p:spPr>
        <p:style>
          <a:lnRef idx="0"/>
          <a:fillRef idx="0"/>
          <a:effectRef idx="0"/>
          <a:fontRef idx="minor"/>
        </p:style>
        <p:txBody>
          <a:bodyPr lIns="0" rIns="0" tIns="0" bIns="0" anchor="t">
            <a:noAutofit/>
          </a:bodyPr>
          <a:p>
            <a:pPr>
              <a:lnSpc>
                <a:spcPts val="2100"/>
              </a:lnSpc>
              <a:buNone/>
              <a:tabLst>
                <a:tab algn="l" pos="0"/>
              </a:tabLst>
            </a:pPr>
            <a:r>
              <a:rPr b="0" lang="en-US" sz="1350" spc="-1" strike="noStrike">
                <a:solidFill>
                  <a:srgbClr val="4c4c4d"/>
                </a:solidFill>
                <a:latin typeface="Heebo"/>
                <a:ea typeface="Heebo"/>
              </a:rPr>
              <a:t>NestJS 11 (Port 8080) · 15 Domain Modules · JWT Auth · Role Guards · BullMQ Worker</a:t>
            </a:r>
            <a:endParaRPr b="0" lang="en-IN" sz="1350" spc="-1" strike="noStrike">
              <a:latin typeface="Arial"/>
            </a:endParaRPr>
          </a:p>
        </p:txBody>
      </p:sp>
      <p:sp>
        <p:nvSpPr>
          <p:cNvPr id="450" name="Shape 8"/>
          <p:cNvSpPr/>
          <p:nvPr/>
        </p:nvSpPr>
        <p:spPr>
          <a:xfrm>
            <a:off x="707040" y="3925440"/>
            <a:ext cx="6529320" cy="176400"/>
          </a:xfrm>
          <a:prstGeom prst="roundRect">
            <a:avLst>
              <a:gd name="adj" fmla="val 15007"/>
            </a:avLst>
          </a:prstGeom>
          <a:solidFill>
            <a:srgbClr val="f2eeee"/>
          </a:solidFill>
          <a:ln w="0">
            <a:noFill/>
          </a:ln>
        </p:spPr>
        <p:style>
          <a:lnRef idx="0"/>
          <a:fillRef idx="0"/>
          <a:effectRef idx="0"/>
          <a:fontRef idx="minor"/>
        </p:style>
      </p:sp>
      <p:sp>
        <p:nvSpPr>
          <p:cNvPr id="451" name="Text 9"/>
          <p:cNvSpPr/>
          <p:nvPr/>
        </p:nvSpPr>
        <p:spPr>
          <a:xfrm>
            <a:off x="883800" y="4259520"/>
            <a:ext cx="2209320" cy="275760"/>
          </a:xfrm>
          <a:prstGeom prst="rect">
            <a:avLst/>
          </a:prstGeom>
          <a:noFill/>
          <a:ln w="0">
            <a:noFill/>
          </a:ln>
        </p:spPr>
        <p:style>
          <a:lnRef idx="0"/>
          <a:fillRef idx="0"/>
          <a:effectRef idx="0"/>
          <a:fontRef idx="minor"/>
        </p:style>
        <p:txBody>
          <a:bodyPr wrap="none" lIns="0" rIns="0" tIns="0" bIns="0" anchor="t">
            <a:noAutofit/>
          </a:bodyPr>
          <a:p>
            <a:pPr>
              <a:lnSpc>
                <a:spcPts val="2149"/>
              </a:lnSpc>
              <a:buNone/>
              <a:tabLst>
                <a:tab algn="l" pos="0"/>
              </a:tabLst>
            </a:pPr>
            <a:r>
              <a:rPr b="0" lang="en-US" sz="1700" spc="-1" strike="noStrike">
                <a:solidFill>
                  <a:srgbClr val="4c4c4d"/>
                </a:solidFill>
                <a:latin typeface="Crimson Pro Semi Bold"/>
                <a:ea typeface="Crimson Pro Semi Bold"/>
              </a:rPr>
              <a:t>Data Layer</a:t>
            </a:r>
            <a:endParaRPr b="0" lang="en-IN" sz="1700" spc="-1" strike="noStrike">
              <a:latin typeface="Arial"/>
            </a:endParaRPr>
          </a:p>
        </p:txBody>
      </p:sp>
      <p:sp>
        <p:nvSpPr>
          <p:cNvPr id="452" name="Text 10"/>
          <p:cNvSpPr/>
          <p:nvPr/>
        </p:nvSpPr>
        <p:spPr>
          <a:xfrm>
            <a:off x="883800" y="4630320"/>
            <a:ext cx="6175800" cy="534600"/>
          </a:xfrm>
          <a:prstGeom prst="rect">
            <a:avLst/>
          </a:prstGeom>
          <a:noFill/>
          <a:ln w="0">
            <a:noFill/>
          </a:ln>
        </p:spPr>
        <p:style>
          <a:lnRef idx="0"/>
          <a:fillRef idx="0"/>
          <a:effectRef idx="0"/>
          <a:fontRef idx="minor"/>
        </p:style>
        <p:txBody>
          <a:bodyPr lIns="0" rIns="0" tIns="0" bIns="0" anchor="t">
            <a:noAutofit/>
          </a:bodyPr>
          <a:p>
            <a:pPr>
              <a:lnSpc>
                <a:spcPts val="2100"/>
              </a:lnSpc>
              <a:buNone/>
              <a:tabLst>
                <a:tab algn="l" pos="0"/>
              </a:tabLst>
            </a:pPr>
            <a:r>
              <a:rPr b="0" lang="en-US" sz="1350" spc="-1" strike="noStrike">
                <a:solidFill>
                  <a:srgbClr val="4c4c4d"/>
                </a:solidFill>
                <a:latin typeface="Heebo"/>
                <a:ea typeface="Heebo"/>
              </a:rPr>
              <a:t>PostgreSQL 16 via Prisma 7 · Redis 7 (BullMQ Queue) · Local File Storage (Videos)</a:t>
            </a:r>
            <a:endParaRPr b="0" lang="en-IN" sz="1350" spc="-1" strike="noStrike">
              <a:latin typeface="Arial"/>
            </a:endParaRPr>
          </a:p>
        </p:txBody>
      </p:sp>
      <p:sp>
        <p:nvSpPr>
          <p:cNvPr id="453" name="Shape 11"/>
          <p:cNvSpPr/>
          <p:nvPr/>
        </p:nvSpPr>
        <p:spPr>
          <a:xfrm>
            <a:off x="7394040" y="3660480"/>
            <a:ext cx="6529320" cy="176400"/>
          </a:xfrm>
          <a:prstGeom prst="roundRect">
            <a:avLst>
              <a:gd name="adj" fmla="val 15007"/>
            </a:avLst>
          </a:prstGeom>
          <a:solidFill>
            <a:srgbClr val="f2eeee"/>
          </a:solidFill>
          <a:ln w="0">
            <a:noFill/>
          </a:ln>
        </p:spPr>
        <p:style>
          <a:lnRef idx="0"/>
          <a:fillRef idx="0"/>
          <a:effectRef idx="0"/>
          <a:fontRef idx="minor"/>
        </p:style>
      </p:sp>
      <p:sp>
        <p:nvSpPr>
          <p:cNvPr id="454" name="Text 12"/>
          <p:cNvSpPr/>
          <p:nvPr/>
        </p:nvSpPr>
        <p:spPr>
          <a:xfrm>
            <a:off x="7570440" y="3994560"/>
            <a:ext cx="2209320" cy="275760"/>
          </a:xfrm>
          <a:prstGeom prst="rect">
            <a:avLst/>
          </a:prstGeom>
          <a:noFill/>
          <a:ln w="0">
            <a:noFill/>
          </a:ln>
        </p:spPr>
        <p:style>
          <a:lnRef idx="0"/>
          <a:fillRef idx="0"/>
          <a:effectRef idx="0"/>
          <a:fontRef idx="minor"/>
        </p:style>
        <p:txBody>
          <a:bodyPr wrap="none" lIns="0" rIns="0" tIns="0" bIns="0" anchor="t">
            <a:noAutofit/>
          </a:bodyPr>
          <a:p>
            <a:pPr>
              <a:lnSpc>
                <a:spcPts val="2149"/>
              </a:lnSpc>
              <a:buNone/>
              <a:tabLst>
                <a:tab algn="l" pos="0"/>
              </a:tabLst>
            </a:pPr>
            <a:r>
              <a:rPr b="0" lang="en-US" sz="1700" spc="-1" strike="noStrike">
                <a:solidFill>
                  <a:srgbClr val="4c4c4d"/>
                </a:solidFill>
                <a:latin typeface="Crimson Pro Semi Bold"/>
                <a:ea typeface="Crimson Pro Semi Bold"/>
              </a:rPr>
              <a:t>External Services</a:t>
            </a:r>
            <a:endParaRPr b="0" lang="en-IN" sz="1700" spc="-1" strike="noStrike">
              <a:latin typeface="Arial"/>
            </a:endParaRPr>
          </a:p>
        </p:txBody>
      </p:sp>
      <p:sp>
        <p:nvSpPr>
          <p:cNvPr id="455" name="Text 13"/>
          <p:cNvSpPr/>
          <p:nvPr/>
        </p:nvSpPr>
        <p:spPr>
          <a:xfrm>
            <a:off x="7570440" y="4365360"/>
            <a:ext cx="6175800" cy="267120"/>
          </a:xfrm>
          <a:prstGeom prst="rect">
            <a:avLst/>
          </a:prstGeom>
          <a:noFill/>
          <a:ln w="0">
            <a:noFill/>
          </a:ln>
        </p:spPr>
        <p:style>
          <a:lnRef idx="0"/>
          <a:fillRef idx="0"/>
          <a:effectRef idx="0"/>
          <a:fontRef idx="minor"/>
        </p:style>
        <p:txBody>
          <a:bodyPr wrap="none" lIns="0" rIns="0" tIns="0" bIns="0" anchor="t">
            <a:noAutofit/>
          </a:bodyPr>
          <a:p>
            <a:pPr>
              <a:lnSpc>
                <a:spcPts val="2100"/>
              </a:lnSpc>
              <a:buNone/>
              <a:tabLst>
                <a:tab algn="l" pos="0"/>
              </a:tabLst>
            </a:pPr>
            <a:r>
              <a:rPr b="0" lang="en-US" sz="1350" spc="-1" strike="noStrike">
                <a:solidFill>
                  <a:srgbClr val="4c4c4d"/>
                </a:solidFill>
                <a:latin typeface="Heebo"/>
                <a:ea typeface="Heebo"/>
              </a:rPr>
              <a:t>Google Gemini 2.5 Flash API · SMTP Relay (Nodemailer) · Email Notifications</a:t>
            </a:r>
            <a:endParaRPr b="0" lang="en-IN" sz="1350" spc="-1" strike="noStrike">
              <a:latin typeface="Arial"/>
            </a:endParaRPr>
          </a:p>
        </p:txBody>
      </p:sp>
      <p:sp>
        <p:nvSpPr>
          <p:cNvPr id="456" name="Shape 14"/>
          <p:cNvSpPr/>
          <p:nvPr/>
        </p:nvSpPr>
        <p:spPr>
          <a:xfrm>
            <a:off x="579600" y="5518800"/>
            <a:ext cx="6646680" cy="2202840"/>
          </a:xfrm>
          <a:prstGeom prst="roundRect">
            <a:avLst>
              <a:gd name="adj" fmla="val 1204"/>
            </a:avLst>
          </a:prstGeom>
          <a:solidFill>
            <a:srgbClr val="1b1b27"/>
          </a:solidFill>
          <a:ln w="0">
            <a:noFill/>
          </a:ln>
        </p:spPr>
        <p:style>
          <a:lnRef idx="0"/>
          <a:fillRef idx="0"/>
          <a:effectRef idx="0"/>
          <a:fontRef idx="minor"/>
        </p:style>
      </p:sp>
      <p:sp>
        <p:nvSpPr>
          <p:cNvPr id="457" name="Text 15"/>
          <p:cNvSpPr/>
          <p:nvPr/>
        </p:nvSpPr>
        <p:spPr>
          <a:xfrm>
            <a:off x="756360" y="5676120"/>
            <a:ext cx="2209320" cy="275760"/>
          </a:xfrm>
          <a:prstGeom prst="rect">
            <a:avLst/>
          </a:prstGeom>
          <a:noFill/>
          <a:ln w="0">
            <a:noFill/>
          </a:ln>
        </p:spPr>
        <p:style>
          <a:lnRef idx="0"/>
          <a:fillRef idx="0"/>
          <a:effectRef idx="0"/>
          <a:fontRef idx="minor"/>
        </p:style>
        <p:txBody>
          <a:bodyPr wrap="none" lIns="0" rIns="0" tIns="0" bIns="0" anchor="t">
            <a:noAutofit/>
          </a:bodyPr>
          <a:p>
            <a:pPr>
              <a:lnSpc>
                <a:spcPts val="2149"/>
              </a:lnSpc>
              <a:buNone/>
              <a:tabLst>
                <a:tab algn="l" pos="0"/>
              </a:tabLst>
            </a:pPr>
            <a:r>
              <a:rPr b="0" lang="en-US" sz="1700" spc="-1" strike="noStrike">
                <a:solidFill>
                  <a:srgbClr val="ffffff"/>
                </a:solidFill>
                <a:latin typeface="Crimson Pro Semi Bold"/>
                <a:ea typeface="Crimson Pro Semi Bold"/>
              </a:rPr>
              <a:t>For Teachers</a:t>
            </a:r>
            <a:endParaRPr b="0" lang="en-IN" sz="1700" spc="-1" strike="noStrike">
              <a:latin typeface="Arial"/>
            </a:endParaRPr>
          </a:p>
        </p:txBody>
      </p:sp>
      <p:sp>
        <p:nvSpPr>
          <p:cNvPr id="458" name="Text 16"/>
          <p:cNvSpPr/>
          <p:nvPr/>
        </p:nvSpPr>
        <p:spPr>
          <a:xfrm>
            <a:off x="756360" y="6109920"/>
            <a:ext cx="6293520" cy="1234440"/>
          </a:xfrm>
          <a:prstGeom prst="rect">
            <a:avLst/>
          </a:prstGeom>
          <a:noFill/>
          <a:ln w="0">
            <a:noFill/>
          </a:ln>
        </p:spPr>
        <p:style>
          <a:lnRef idx="0"/>
          <a:fillRef idx="0"/>
          <a:effectRef idx="0"/>
          <a:fontRef idx="minor"/>
        </p:style>
        <p:txBody>
          <a:bodyPr lIns="0" rIns="0" tIns="0" bIns="0" anchor="t">
            <a:noAutofit/>
          </a:bodyPr>
          <a:p>
            <a:pPr marL="343080" indent="-343080">
              <a:lnSpc>
                <a:spcPts val="2100"/>
              </a:lnSpc>
              <a:buClr>
                <a:srgbClr val="ffffff"/>
              </a:buClr>
              <a:buFont typeface="Symbol" charset="2"/>
              <a:buChar char=""/>
            </a:pPr>
            <a:r>
              <a:rPr b="0" lang="en-US" sz="1350" spc="-1" strike="noStrike">
                <a:solidFill>
                  <a:srgbClr val="ffffff"/>
                </a:solidFill>
                <a:latin typeface="Heebo"/>
                <a:ea typeface="Heebo"/>
              </a:rPr>
              <a:t>Generate full course from a prompt</a:t>
            </a:r>
            <a:endParaRPr b="0" lang="en-IN" sz="1350" spc="-1" strike="noStrike">
              <a:latin typeface="Arial"/>
            </a:endParaRPr>
          </a:p>
          <a:p>
            <a:pPr marL="343080" indent="-343080">
              <a:lnSpc>
                <a:spcPts val="2100"/>
              </a:lnSpc>
              <a:buClr>
                <a:srgbClr val="ffffff"/>
              </a:buClr>
              <a:buFont typeface="Symbol" charset="2"/>
              <a:buChar char=""/>
            </a:pPr>
            <a:r>
              <a:rPr b="0" lang="en-US" sz="1350" spc="-1" strike="noStrike">
                <a:solidFill>
                  <a:srgbClr val="ffffff"/>
                </a:solidFill>
                <a:latin typeface="Heebo"/>
                <a:ea typeface="Heebo"/>
              </a:rPr>
              <a:t>Auto-create MCQ &amp; short-answer quizzes</a:t>
            </a:r>
            <a:endParaRPr b="0" lang="en-IN" sz="1350" spc="-1" strike="noStrike">
              <a:latin typeface="Arial"/>
            </a:endParaRPr>
          </a:p>
          <a:p>
            <a:pPr marL="343080" indent="-343080">
              <a:lnSpc>
                <a:spcPts val="2100"/>
              </a:lnSpc>
              <a:buClr>
                <a:srgbClr val="ffffff"/>
              </a:buClr>
              <a:buFont typeface="Symbol" charset="2"/>
              <a:buChar char=""/>
            </a:pPr>
            <a:r>
              <a:rPr b="0" lang="en-US" sz="1350" spc="-1" strike="noStrike">
                <a:solidFill>
                  <a:srgbClr val="ffffff"/>
                </a:solidFill>
                <a:latin typeface="Heebo"/>
                <a:ea typeface="Heebo"/>
              </a:rPr>
              <a:t>Upload &amp; stream lesson videos</a:t>
            </a:r>
            <a:endParaRPr b="0" lang="en-IN" sz="1350" spc="-1" strike="noStrike">
              <a:latin typeface="Arial"/>
            </a:endParaRPr>
          </a:p>
          <a:p>
            <a:pPr marL="343080" indent="-343080">
              <a:lnSpc>
                <a:spcPts val="2100"/>
              </a:lnSpc>
              <a:buClr>
                <a:srgbClr val="ffffff"/>
              </a:buClr>
              <a:buFont typeface="Symbol" charset="2"/>
              <a:buChar char=""/>
            </a:pPr>
            <a:r>
              <a:rPr b="0" lang="en-US" sz="1350" spc="-1" strike="noStrike">
                <a:solidFill>
                  <a:srgbClr val="ffffff"/>
                </a:solidFill>
                <a:latin typeface="Heebo"/>
                <a:ea typeface="Heebo"/>
              </a:rPr>
              <a:t>Monitor per-student progress &amp; quiz scores</a:t>
            </a:r>
            <a:endParaRPr b="0" lang="en-IN" sz="1350" spc="-1" strike="noStrike">
              <a:latin typeface="Arial"/>
            </a:endParaRPr>
          </a:p>
        </p:txBody>
      </p:sp>
      <p:sp>
        <p:nvSpPr>
          <p:cNvPr id="459" name="Text 17"/>
          <p:cNvSpPr/>
          <p:nvPr/>
        </p:nvSpPr>
        <p:spPr>
          <a:xfrm>
            <a:off x="7538400" y="5676120"/>
            <a:ext cx="2209320" cy="275760"/>
          </a:xfrm>
          <a:prstGeom prst="rect">
            <a:avLst/>
          </a:prstGeom>
          <a:noFill/>
          <a:ln w="0">
            <a:noFill/>
          </a:ln>
        </p:spPr>
        <p:style>
          <a:lnRef idx="0"/>
          <a:fillRef idx="0"/>
          <a:effectRef idx="0"/>
          <a:fontRef idx="minor"/>
        </p:style>
        <p:txBody>
          <a:bodyPr wrap="none" lIns="0" rIns="0" tIns="0" bIns="0" anchor="t">
            <a:noAutofit/>
          </a:bodyPr>
          <a:p>
            <a:pPr>
              <a:lnSpc>
                <a:spcPts val="2149"/>
              </a:lnSpc>
              <a:buNone/>
              <a:tabLst>
                <a:tab algn="l" pos="0"/>
              </a:tabLst>
            </a:pPr>
            <a:r>
              <a:rPr b="0" lang="en-US" sz="1700" spc="-1" strike="noStrike">
                <a:solidFill>
                  <a:srgbClr val="152d47"/>
                </a:solidFill>
                <a:latin typeface="Crimson Pro Semi Bold"/>
                <a:ea typeface="Crimson Pro Semi Bold"/>
              </a:rPr>
              <a:t>For Students</a:t>
            </a:r>
            <a:endParaRPr b="0" lang="en-IN" sz="1700" spc="-1" strike="noStrike">
              <a:latin typeface="Arial"/>
            </a:endParaRPr>
          </a:p>
        </p:txBody>
      </p:sp>
      <p:sp>
        <p:nvSpPr>
          <p:cNvPr id="460" name="Text 18"/>
          <p:cNvSpPr/>
          <p:nvPr/>
        </p:nvSpPr>
        <p:spPr>
          <a:xfrm>
            <a:off x="7538400" y="6109920"/>
            <a:ext cx="6392160" cy="1556640"/>
          </a:xfrm>
          <a:prstGeom prst="rect">
            <a:avLst/>
          </a:prstGeom>
          <a:noFill/>
          <a:ln w="0">
            <a:noFill/>
          </a:ln>
        </p:spPr>
        <p:style>
          <a:lnRef idx="0"/>
          <a:fillRef idx="0"/>
          <a:effectRef idx="0"/>
          <a:fontRef idx="minor"/>
        </p:style>
        <p:txBody>
          <a:bodyPr lIns="0" rIns="0" tIns="0" bIns="0" anchor="t">
            <a:noAutofit/>
          </a:bodyPr>
          <a:p>
            <a:pPr marL="343080" indent="-343080">
              <a:lnSpc>
                <a:spcPts val="2100"/>
              </a:lnSpc>
              <a:buClr>
                <a:srgbClr val="4c4c4d"/>
              </a:buClr>
              <a:buFont typeface="Symbol" charset="2"/>
              <a:buChar char=""/>
            </a:pPr>
            <a:r>
              <a:rPr b="0" lang="en-US" sz="1350" spc="-1" strike="noStrike">
                <a:solidFill>
                  <a:srgbClr val="4c4c4d"/>
                </a:solidFill>
                <a:latin typeface="Heebo"/>
                <a:ea typeface="Heebo"/>
              </a:rPr>
              <a:t>Enrol in published courses</a:t>
            </a:r>
            <a:endParaRPr b="0" lang="en-IN" sz="1350" spc="-1" strike="noStrike">
              <a:latin typeface="Arial"/>
            </a:endParaRPr>
          </a:p>
          <a:p>
            <a:pPr marL="343080" indent="-343080">
              <a:lnSpc>
                <a:spcPts val="2100"/>
              </a:lnSpc>
              <a:buClr>
                <a:srgbClr val="4c4c4d"/>
              </a:buClr>
              <a:buFont typeface="Symbol" charset="2"/>
              <a:buChar char=""/>
            </a:pPr>
            <a:r>
              <a:rPr b="0" lang="en-US" sz="1350" spc="-1" strike="noStrike">
                <a:solidFill>
                  <a:srgbClr val="4c4c4d"/>
                </a:solidFill>
                <a:latin typeface="Heebo"/>
                <a:ea typeface="Heebo"/>
              </a:rPr>
              <a:t>Watch videos with seek/pause/resume</a:t>
            </a:r>
            <a:endParaRPr b="0" lang="en-IN" sz="1350" spc="-1" strike="noStrike">
              <a:latin typeface="Arial"/>
            </a:endParaRPr>
          </a:p>
          <a:p>
            <a:pPr marL="343080" indent="-343080">
              <a:lnSpc>
                <a:spcPts val="2100"/>
              </a:lnSpc>
              <a:buClr>
                <a:srgbClr val="4c4c4d"/>
              </a:buClr>
              <a:buFont typeface="Symbol" charset="2"/>
              <a:buChar char=""/>
            </a:pPr>
            <a:r>
              <a:rPr b="0" lang="en-US" sz="1350" spc="-1" strike="noStrike">
                <a:solidFill>
                  <a:srgbClr val="4c4c4d"/>
                </a:solidFill>
                <a:latin typeface="Heebo"/>
                <a:ea typeface="Heebo"/>
              </a:rPr>
              <a:t>Access AI summaries &amp; notes</a:t>
            </a:r>
            <a:endParaRPr b="0" lang="en-IN" sz="1350" spc="-1" strike="noStrike">
              <a:latin typeface="Arial"/>
            </a:endParaRPr>
          </a:p>
          <a:p>
            <a:pPr marL="343080" indent="-343080">
              <a:lnSpc>
                <a:spcPts val="2100"/>
              </a:lnSpc>
              <a:buClr>
                <a:srgbClr val="4c4c4d"/>
              </a:buClr>
              <a:buFont typeface="Symbol" charset="2"/>
              <a:buChar char=""/>
            </a:pPr>
            <a:r>
              <a:rPr b="0" lang="en-US" sz="1350" spc="-1" strike="noStrike">
                <a:solidFill>
                  <a:srgbClr val="4c4c4d"/>
                </a:solidFill>
                <a:latin typeface="Heebo"/>
                <a:ea typeface="Heebo"/>
              </a:rPr>
              <a:t>Attempt AI quizzes with instant feedback</a:t>
            </a:r>
            <a:endParaRPr b="0" lang="en-IN" sz="1350" spc="-1" strike="noStrike">
              <a:latin typeface="Arial"/>
            </a:endParaRPr>
          </a:p>
          <a:p>
            <a:pPr marL="343080" indent="-343080">
              <a:lnSpc>
                <a:spcPts val="2100"/>
              </a:lnSpc>
              <a:buClr>
                <a:srgbClr val="4c4c4d"/>
              </a:buClr>
              <a:buFont typeface="Symbol" charset="2"/>
              <a:buChar char=""/>
            </a:pPr>
            <a:r>
              <a:rPr b="0" lang="en-US" sz="1350" spc="-1" strike="noStrike">
                <a:solidFill>
                  <a:srgbClr val="4c4c4d"/>
                </a:solidFill>
                <a:latin typeface="Heebo"/>
                <a:ea typeface="Heebo"/>
              </a:rPr>
              <a:t>Chat with course-aware AI tutor</a:t>
            </a:r>
            <a:endParaRPr b="0" lang="en-IN" sz="1350" spc="-1" strike="noStrike">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1" name="Text 0"/>
          <p:cNvSpPr/>
          <p:nvPr/>
        </p:nvSpPr>
        <p:spPr>
          <a:xfrm>
            <a:off x="1201320" y="514440"/>
            <a:ext cx="7963560" cy="484200"/>
          </a:xfrm>
          <a:prstGeom prst="rect">
            <a:avLst/>
          </a:prstGeom>
          <a:noFill/>
          <a:ln w="0">
            <a:noFill/>
          </a:ln>
        </p:spPr>
        <p:style>
          <a:lnRef idx="0"/>
          <a:fillRef idx="0"/>
          <a:effectRef idx="0"/>
          <a:fontRef idx="minor"/>
        </p:style>
        <p:txBody>
          <a:bodyPr wrap="none" lIns="0" rIns="0" tIns="0" bIns="0" anchor="t">
            <a:noAutofit/>
          </a:bodyPr>
          <a:p>
            <a:pPr>
              <a:lnSpc>
                <a:spcPts val="3801"/>
              </a:lnSpc>
              <a:buNone/>
              <a:tabLst>
                <a:tab algn="l" pos="0"/>
              </a:tabLst>
            </a:pPr>
            <a:r>
              <a:rPr b="0" lang="en-US" sz="3050" spc="-1" strike="noStrike">
                <a:solidFill>
                  <a:srgbClr val="152d47"/>
                </a:solidFill>
                <a:latin typeface="Crimson Pro Semi Bold"/>
                <a:ea typeface="Crimson Pro Semi Bold"/>
              </a:rPr>
              <a:t>System Module Architecture - 15 NestJS Modules</a:t>
            </a:r>
            <a:endParaRPr b="0" lang="en-IN" sz="3050" spc="-1" strike="noStrike">
              <a:latin typeface="Arial"/>
            </a:endParaRPr>
          </a:p>
        </p:txBody>
      </p:sp>
      <p:sp>
        <p:nvSpPr>
          <p:cNvPr id="462" name="Text 1"/>
          <p:cNvSpPr/>
          <p:nvPr/>
        </p:nvSpPr>
        <p:spPr>
          <a:xfrm>
            <a:off x="1201320" y="1241280"/>
            <a:ext cx="1222704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The system is decomposed into 15 cohesive NestJS modules. Each module encapsulates a distinct functional domain and is independently testable.</a:t>
            </a:r>
            <a:endParaRPr b="0" lang="en-IN" sz="1200" spc="-1" strike="noStrike">
              <a:latin typeface="Arial"/>
            </a:endParaRPr>
          </a:p>
        </p:txBody>
      </p:sp>
      <p:sp>
        <p:nvSpPr>
          <p:cNvPr id="463" name="Shape 2"/>
          <p:cNvSpPr/>
          <p:nvPr/>
        </p:nvSpPr>
        <p:spPr>
          <a:xfrm>
            <a:off x="1201320" y="1598040"/>
            <a:ext cx="12227040" cy="6116760"/>
          </a:xfrm>
          <a:prstGeom prst="roundRect">
            <a:avLst>
              <a:gd name="adj" fmla="val 380"/>
            </a:avLst>
          </a:prstGeom>
          <a:noFill/>
          <a:ln w="7620">
            <a:solidFill>
              <a:srgbClr val="000000">
                <a:alpha val="8000"/>
              </a:srgbClr>
            </a:solidFill>
            <a:round/>
          </a:ln>
        </p:spPr>
        <p:style>
          <a:lnRef idx="0"/>
          <a:fillRef idx="0"/>
          <a:effectRef idx="0"/>
          <a:fontRef idx="minor"/>
        </p:style>
      </p:sp>
      <p:sp>
        <p:nvSpPr>
          <p:cNvPr id="464" name="Shape 3"/>
          <p:cNvSpPr/>
          <p:nvPr/>
        </p:nvSpPr>
        <p:spPr>
          <a:xfrm>
            <a:off x="1209240" y="1605960"/>
            <a:ext cx="12211920" cy="380880"/>
          </a:xfrm>
          <a:prstGeom prst="rect">
            <a:avLst/>
          </a:prstGeom>
          <a:solidFill>
            <a:srgbClr val="ffffff">
              <a:alpha val="4000"/>
            </a:srgbClr>
          </a:solidFill>
          <a:ln w="0">
            <a:noFill/>
          </a:ln>
        </p:spPr>
        <p:style>
          <a:lnRef idx="0"/>
          <a:fillRef idx="0"/>
          <a:effectRef idx="0"/>
          <a:fontRef idx="minor"/>
        </p:style>
      </p:sp>
      <p:sp>
        <p:nvSpPr>
          <p:cNvPr id="465" name="Text 4"/>
          <p:cNvSpPr/>
          <p:nvPr/>
        </p:nvSpPr>
        <p:spPr>
          <a:xfrm>
            <a:off x="1364040" y="1685880"/>
            <a:ext cx="115128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Module ID</a:t>
            </a:r>
            <a:endParaRPr b="0" lang="en-IN" sz="1200" spc="-1" strike="noStrike">
              <a:latin typeface="Arial"/>
            </a:endParaRPr>
          </a:p>
        </p:txBody>
      </p:sp>
      <p:sp>
        <p:nvSpPr>
          <p:cNvPr id="466" name="Text 5"/>
          <p:cNvSpPr/>
          <p:nvPr/>
        </p:nvSpPr>
        <p:spPr>
          <a:xfrm>
            <a:off x="2833560" y="1685880"/>
            <a:ext cx="310140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Module Name</a:t>
            </a:r>
            <a:endParaRPr b="0" lang="en-IN" sz="1200" spc="-1" strike="noStrike">
              <a:latin typeface="Arial"/>
            </a:endParaRPr>
          </a:p>
        </p:txBody>
      </p:sp>
      <p:sp>
        <p:nvSpPr>
          <p:cNvPr id="467" name="Text 6"/>
          <p:cNvSpPr/>
          <p:nvPr/>
        </p:nvSpPr>
        <p:spPr>
          <a:xfrm>
            <a:off x="6252840" y="1685880"/>
            <a:ext cx="701316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Key Responsibility</a:t>
            </a:r>
            <a:endParaRPr b="0" lang="en-IN" sz="1200" spc="-1" strike="noStrike">
              <a:latin typeface="Arial"/>
            </a:endParaRPr>
          </a:p>
        </p:txBody>
      </p:sp>
      <p:sp>
        <p:nvSpPr>
          <p:cNvPr id="468" name="Shape 7"/>
          <p:cNvSpPr/>
          <p:nvPr/>
        </p:nvSpPr>
        <p:spPr>
          <a:xfrm>
            <a:off x="1209240" y="1987200"/>
            <a:ext cx="12211920" cy="380880"/>
          </a:xfrm>
          <a:prstGeom prst="rect">
            <a:avLst/>
          </a:prstGeom>
          <a:solidFill>
            <a:srgbClr val="000000">
              <a:alpha val="4000"/>
            </a:srgbClr>
          </a:solidFill>
          <a:ln w="0">
            <a:noFill/>
          </a:ln>
        </p:spPr>
        <p:style>
          <a:lnRef idx="0"/>
          <a:fillRef idx="0"/>
          <a:effectRef idx="0"/>
          <a:fontRef idx="minor"/>
        </p:style>
      </p:sp>
      <p:sp>
        <p:nvSpPr>
          <p:cNvPr id="469" name="Text 8"/>
          <p:cNvSpPr/>
          <p:nvPr/>
        </p:nvSpPr>
        <p:spPr>
          <a:xfrm>
            <a:off x="1364040" y="2067480"/>
            <a:ext cx="115128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M01</a:t>
            </a:r>
            <a:endParaRPr b="0" lang="en-IN" sz="1200" spc="-1" strike="noStrike">
              <a:latin typeface="Arial"/>
            </a:endParaRPr>
          </a:p>
        </p:txBody>
      </p:sp>
      <p:sp>
        <p:nvSpPr>
          <p:cNvPr id="470" name="Text 9"/>
          <p:cNvSpPr/>
          <p:nvPr/>
        </p:nvSpPr>
        <p:spPr>
          <a:xfrm>
            <a:off x="2833560" y="2067480"/>
            <a:ext cx="310140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Auth</a:t>
            </a:r>
            <a:endParaRPr b="0" lang="en-IN" sz="1200" spc="-1" strike="noStrike">
              <a:latin typeface="Arial"/>
            </a:endParaRPr>
          </a:p>
        </p:txBody>
      </p:sp>
      <p:sp>
        <p:nvSpPr>
          <p:cNvPr id="471" name="Text 10"/>
          <p:cNvSpPr/>
          <p:nvPr/>
        </p:nvSpPr>
        <p:spPr>
          <a:xfrm>
            <a:off x="6252840" y="2067480"/>
            <a:ext cx="701316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JWT login, bcrypt hashing, password reset, role guards</a:t>
            </a:r>
            <a:endParaRPr b="0" lang="en-IN" sz="1200" spc="-1" strike="noStrike">
              <a:latin typeface="Arial"/>
            </a:endParaRPr>
          </a:p>
        </p:txBody>
      </p:sp>
      <p:sp>
        <p:nvSpPr>
          <p:cNvPr id="472" name="Shape 11"/>
          <p:cNvSpPr/>
          <p:nvPr/>
        </p:nvSpPr>
        <p:spPr>
          <a:xfrm>
            <a:off x="1209240" y="2368440"/>
            <a:ext cx="12211920" cy="380880"/>
          </a:xfrm>
          <a:prstGeom prst="rect">
            <a:avLst/>
          </a:prstGeom>
          <a:solidFill>
            <a:srgbClr val="ffffff">
              <a:alpha val="4000"/>
            </a:srgbClr>
          </a:solidFill>
          <a:ln w="0">
            <a:noFill/>
          </a:ln>
        </p:spPr>
        <p:style>
          <a:lnRef idx="0"/>
          <a:fillRef idx="0"/>
          <a:effectRef idx="0"/>
          <a:fontRef idx="minor"/>
        </p:style>
      </p:sp>
      <p:sp>
        <p:nvSpPr>
          <p:cNvPr id="473" name="Text 12"/>
          <p:cNvSpPr/>
          <p:nvPr/>
        </p:nvSpPr>
        <p:spPr>
          <a:xfrm>
            <a:off x="1364040" y="2448720"/>
            <a:ext cx="115128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M02</a:t>
            </a:r>
            <a:endParaRPr b="0" lang="en-IN" sz="1200" spc="-1" strike="noStrike">
              <a:latin typeface="Arial"/>
            </a:endParaRPr>
          </a:p>
        </p:txBody>
      </p:sp>
      <p:sp>
        <p:nvSpPr>
          <p:cNvPr id="474" name="Text 13"/>
          <p:cNvSpPr/>
          <p:nvPr/>
        </p:nvSpPr>
        <p:spPr>
          <a:xfrm>
            <a:off x="2833560" y="2448720"/>
            <a:ext cx="310140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User</a:t>
            </a:r>
            <a:endParaRPr b="0" lang="en-IN" sz="1200" spc="-1" strike="noStrike">
              <a:latin typeface="Arial"/>
            </a:endParaRPr>
          </a:p>
        </p:txBody>
      </p:sp>
      <p:sp>
        <p:nvSpPr>
          <p:cNvPr id="475" name="Text 14"/>
          <p:cNvSpPr/>
          <p:nvPr/>
        </p:nvSpPr>
        <p:spPr>
          <a:xfrm>
            <a:off x="6252840" y="2448720"/>
            <a:ext cx="701316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Profile read/update, shared user lookup service</a:t>
            </a:r>
            <a:endParaRPr b="0" lang="en-IN" sz="1200" spc="-1" strike="noStrike">
              <a:latin typeface="Arial"/>
            </a:endParaRPr>
          </a:p>
        </p:txBody>
      </p:sp>
      <p:sp>
        <p:nvSpPr>
          <p:cNvPr id="476" name="Shape 15"/>
          <p:cNvSpPr/>
          <p:nvPr/>
        </p:nvSpPr>
        <p:spPr>
          <a:xfrm>
            <a:off x="1209240" y="2750040"/>
            <a:ext cx="12211920" cy="380880"/>
          </a:xfrm>
          <a:prstGeom prst="rect">
            <a:avLst/>
          </a:prstGeom>
          <a:solidFill>
            <a:srgbClr val="000000">
              <a:alpha val="4000"/>
            </a:srgbClr>
          </a:solidFill>
          <a:ln w="0">
            <a:noFill/>
          </a:ln>
        </p:spPr>
        <p:style>
          <a:lnRef idx="0"/>
          <a:fillRef idx="0"/>
          <a:effectRef idx="0"/>
          <a:fontRef idx="minor"/>
        </p:style>
      </p:sp>
      <p:sp>
        <p:nvSpPr>
          <p:cNvPr id="477" name="Text 16"/>
          <p:cNvSpPr/>
          <p:nvPr/>
        </p:nvSpPr>
        <p:spPr>
          <a:xfrm>
            <a:off x="1364040" y="2829960"/>
            <a:ext cx="115128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M03</a:t>
            </a:r>
            <a:endParaRPr b="0" lang="en-IN" sz="1200" spc="-1" strike="noStrike">
              <a:latin typeface="Arial"/>
            </a:endParaRPr>
          </a:p>
        </p:txBody>
      </p:sp>
      <p:sp>
        <p:nvSpPr>
          <p:cNvPr id="478" name="Text 17"/>
          <p:cNvSpPr/>
          <p:nvPr/>
        </p:nvSpPr>
        <p:spPr>
          <a:xfrm>
            <a:off x="2833560" y="2829960"/>
            <a:ext cx="310140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Course</a:t>
            </a:r>
            <a:endParaRPr b="0" lang="en-IN" sz="1200" spc="-1" strike="noStrike">
              <a:latin typeface="Arial"/>
            </a:endParaRPr>
          </a:p>
        </p:txBody>
      </p:sp>
      <p:sp>
        <p:nvSpPr>
          <p:cNvPr id="479" name="Text 18"/>
          <p:cNvSpPr/>
          <p:nvPr/>
        </p:nvSpPr>
        <p:spPr>
          <a:xfrm>
            <a:off x="6252840" y="2829960"/>
            <a:ext cx="701316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Create, edit, publish, archive, delete courses (DRAFT→PUBLISHED→ARCHIVED)</a:t>
            </a:r>
            <a:endParaRPr b="0" lang="en-IN" sz="1200" spc="-1" strike="noStrike">
              <a:latin typeface="Arial"/>
            </a:endParaRPr>
          </a:p>
        </p:txBody>
      </p:sp>
      <p:sp>
        <p:nvSpPr>
          <p:cNvPr id="480" name="Shape 19"/>
          <p:cNvSpPr/>
          <p:nvPr/>
        </p:nvSpPr>
        <p:spPr>
          <a:xfrm>
            <a:off x="1209240" y="3131280"/>
            <a:ext cx="12211920" cy="380880"/>
          </a:xfrm>
          <a:prstGeom prst="rect">
            <a:avLst/>
          </a:prstGeom>
          <a:solidFill>
            <a:srgbClr val="ffffff">
              <a:alpha val="4000"/>
            </a:srgbClr>
          </a:solidFill>
          <a:ln w="0">
            <a:noFill/>
          </a:ln>
        </p:spPr>
        <p:style>
          <a:lnRef idx="0"/>
          <a:fillRef idx="0"/>
          <a:effectRef idx="0"/>
          <a:fontRef idx="minor"/>
        </p:style>
      </p:sp>
      <p:sp>
        <p:nvSpPr>
          <p:cNvPr id="481" name="Text 20"/>
          <p:cNvSpPr/>
          <p:nvPr/>
        </p:nvSpPr>
        <p:spPr>
          <a:xfrm>
            <a:off x="1364040" y="3211560"/>
            <a:ext cx="115128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M04</a:t>
            </a:r>
            <a:endParaRPr b="0" lang="en-IN" sz="1200" spc="-1" strike="noStrike">
              <a:latin typeface="Arial"/>
            </a:endParaRPr>
          </a:p>
        </p:txBody>
      </p:sp>
      <p:sp>
        <p:nvSpPr>
          <p:cNvPr id="482" name="Text 21"/>
          <p:cNvSpPr/>
          <p:nvPr/>
        </p:nvSpPr>
        <p:spPr>
          <a:xfrm>
            <a:off x="2833560" y="3211560"/>
            <a:ext cx="310140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Lesson</a:t>
            </a:r>
            <a:endParaRPr b="0" lang="en-IN" sz="1200" spc="-1" strike="noStrike">
              <a:latin typeface="Arial"/>
            </a:endParaRPr>
          </a:p>
        </p:txBody>
      </p:sp>
      <p:sp>
        <p:nvSpPr>
          <p:cNvPr id="483" name="Text 22"/>
          <p:cNvSpPr/>
          <p:nvPr/>
        </p:nvSpPr>
        <p:spPr>
          <a:xfrm>
            <a:off x="6252840" y="3211560"/>
            <a:ext cx="701316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Lesson CRUD, video URL, display order management</a:t>
            </a:r>
            <a:endParaRPr b="0" lang="en-IN" sz="1200" spc="-1" strike="noStrike">
              <a:latin typeface="Arial"/>
            </a:endParaRPr>
          </a:p>
        </p:txBody>
      </p:sp>
      <p:sp>
        <p:nvSpPr>
          <p:cNvPr id="484" name="Shape 23"/>
          <p:cNvSpPr/>
          <p:nvPr/>
        </p:nvSpPr>
        <p:spPr>
          <a:xfrm>
            <a:off x="1209240" y="3512520"/>
            <a:ext cx="12211920" cy="380880"/>
          </a:xfrm>
          <a:prstGeom prst="rect">
            <a:avLst/>
          </a:prstGeom>
          <a:solidFill>
            <a:srgbClr val="000000">
              <a:alpha val="4000"/>
            </a:srgbClr>
          </a:solidFill>
          <a:ln w="0">
            <a:noFill/>
          </a:ln>
        </p:spPr>
        <p:style>
          <a:lnRef idx="0"/>
          <a:fillRef idx="0"/>
          <a:effectRef idx="0"/>
          <a:fontRef idx="minor"/>
        </p:style>
      </p:sp>
      <p:sp>
        <p:nvSpPr>
          <p:cNvPr id="485" name="Text 24"/>
          <p:cNvSpPr/>
          <p:nvPr/>
        </p:nvSpPr>
        <p:spPr>
          <a:xfrm>
            <a:off x="1364040" y="3592800"/>
            <a:ext cx="115128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M05</a:t>
            </a:r>
            <a:endParaRPr b="0" lang="en-IN" sz="1200" spc="-1" strike="noStrike">
              <a:latin typeface="Arial"/>
            </a:endParaRPr>
          </a:p>
        </p:txBody>
      </p:sp>
      <p:sp>
        <p:nvSpPr>
          <p:cNvPr id="486" name="Text 25"/>
          <p:cNvSpPr/>
          <p:nvPr/>
        </p:nvSpPr>
        <p:spPr>
          <a:xfrm>
            <a:off x="2833560" y="3592800"/>
            <a:ext cx="310140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Enrollment</a:t>
            </a:r>
            <a:endParaRPr b="0" lang="en-IN" sz="1200" spc="-1" strike="noStrike">
              <a:latin typeface="Arial"/>
            </a:endParaRPr>
          </a:p>
        </p:txBody>
      </p:sp>
      <p:sp>
        <p:nvSpPr>
          <p:cNvPr id="487" name="Text 26"/>
          <p:cNvSpPr/>
          <p:nvPr/>
        </p:nvSpPr>
        <p:spPr>
          <a:xfrm>
            <a:off x="6252840" y="3592800"/>
            <a:ext cx="701316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Student-course association, progress initialisation, confirmation email</a:t>
            </a:r>
            <a:endParaRPr b="0" lang="en-IN" sz="1200" spc="-1" strike="noStrike">
              <a:latin typeface="Arial"/>
            </a:endParaRPr>
          </a:p>
        </p:txBody>
      </p:sp>
      <p:sp>
        <p:nvSpPr>
          <p:cNvPr id="488" name="Shape 27"/>
          <p:cNvSpPr/>
          <p:nvPr/>
        </p:nvSpPr>
        <p:spPr>
          <a:xfrm>
            <a:off x="1209240" y="3893760"/>
            <a:ext cx="12211920" cy="380880"/>
          </a:xfrm>
          <a:prstGeom prst="rect">
            <a:avLst/>
          </a:prstGeom>
          <a:solidFill>
            <a:srgbClr val="ffffff">
              <a:alpha val="4000"/>
            </a:srgbClr>
          </a:solidFill>
          <a:ln w="0">
            <a:noFill/>
          </a:ln>
        </p:spPr>
        <p:style>
          <a:lnRef idx="0"/>
          <a:fillRef idx="0"/>
          <a:effectRef idx="0"/>
          <a:fontRef idx="minor"/>
        </p:style>
      </p:sp>
      <p:sp>
        <p:nvSpPr>
          <p:cNvPr id="489" name="Text 28"/>
          <p:cNvSpPr/>
          <p:nvPr/>
        </p:nvSpPr>
        <p:spPr>
          <a:xfrm>
            <a:off x="1364040" y="3974040"/>
            <a:ext cx="115128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M06</a:t>
            </a:r>
            <a:endParaRPr b="0" lang="en-IN" sz="1200" spc="-1" strike="noStrike">
              <a:latin typeface="Arial"/>
            </a:endParaRPr>
          </a:p>
        </p:txBody>
      </p:sp>
      <p:sp>
        <p:nvSpPr>
          <p:cNvPr id="490" name="Text 29"/>
          <p:cNvSpPr/>
          <p:nvPr/>
        </p:nvSpPr>
        <p:spPr>
          <a:xfrm>
            <a:off x="2833560" y="3974040"/>
            <a:ext cx="310140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Lesson Progress</a:t>
            </a:r>
            <a:endParaRPr b="0" lang="en-IN" sz="1200" spc="-1" strike="noStrike">
              <a:latin typeface="Arial"/>
            </a:endParaRPr>
          </a:p>
        </p:txBody>
      </p:sp>
      <p:sp>
        <p:nvSpPr>
          <p:cNvPr id="491" name="Text 30"/>
          <p:cNvSpPr/>
          <p:nvPr/>
        </p:nvSpPr>
        <p:spPr>
          <a:xfrm>
            <a:off x="6252840" y="3974040"/>
            <a:ext cx="701316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Tracks lesson completions, recalculates enrollment progress %</a:t>
            </a:r>
            <a:endParaRPr b="0" lang="en-IN" sz="1200" spc="-1" strike="noStrike">
              <a:latin typeface="Arial"/>
            </a:endParaRPr>
          </a:p>
        </p:txBody>
      </p:sp>
      <p:sp>
        <p:nvSpPr>
          <p:cNvPr id="492" name="Shape 31"/>
          <p:cNvSpPr/>
          <p:nvPr/>
        </p:nvSpPr>
        <p:spPr>
          <a:xfrm>
            <a:off x="1209240" y="4275360"/>
            <a:ext cx="12211920" cy="380880"/>
          </a:xfrm>
          <a:prstGeom prst="rect">
            <a:avLst/>
          </a:prstGeom>
          <a:solidFill>
            <a:srgbClr val="000000">
              <a:alpha val="4000"/>
            </a:srgbClr>
          </a:solidFill>
          <a:ln w="0">
            <a:noFill/>
          </a:ln>
        </p:spPr>
        <p:style>
          <a:lnRef idx="0"/>
          <a:fillRef idx="0"/>
          <a:effectRef idx="0"/>
          <a:fontRef idx="minor"/>
        </p:style>
      </p:sp>
      <p:sp>
        <p:nvSpPr>
          <p:cNvPr id="493" name="Text 32"/>
          <p:cNvSpPr/>
          <p:nvPr/>
        </p:nvSpPr>
        <p:spPr>
          <a:xfrm>
            <a:off x="1364040" y="4355640"/>
            <a:ext cx="115128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M07</a:t>
            </a:r>
            <a:endParaRPr b="0" lang="en-IN" sz="1200" spc="-1" strike="noStrike">
              <a:latin typeface="Arial"/>
            </a:endParaRPr>
          </a:p>
        </p:txBody>
      </p:sp>
      <p:sp>
        <p:nvSpPr>
          <p:cNvPr id="494" name="Text 33"/>
          <p:cNvSpPr/>
          <p:nvPr/>
        </p:nvSpPr>
        <p:spPr>
          <a:xfrm>
            <a:off x="2833560" y="4355640"/>
            <a:ext cx="310140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Quiz</a:t>
            </a:r>
            <a:endParaRPr b="0" lang="en-IN" sz="1200" spc="-1" strike="noStrike">
              <a:latin typeface="Arial"/>
            </a:endParaRPr>
          </a:p>
        </p:txBody>
      </p:sp>
      <p:sp>
        <p:nvSpPr>
          <p:cNvPr id="495" name="Text 34"/>
          <p:cNvSpPr/>
          <p:nvPr/>
        </p:nvSpPr>
        <p:spPr>
          <a:xfrm>
            <a:off x="6252840" y="4355640"/>
            <a:ext cx="701316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MCQ &amp; short-answer generation via Gemini, score storage, strong/weak topics</a:t>
            </a:r>
            <a:endParaRPr b="0" lang="en-IN" sz="1200" spc="-1" strike="noStrike">
              <a:latin typeface="Arial"/>
            </a:endParaRPr>
          </a:p>
        </p:txBody>
      </p:sp>
      <p:sp>
        <p:nvSpPr>
          <p:cNvPr id="496" name="Shape 35"/>
          <p:cNvSpPr/>
          <p:nvPr/>
        </p:nvSpPr>
        <p:spPr>
          <a:xfrm>
            <a:off x="1209240" y="4656600"/>
            <a:ext cx="12211920" cy="380880"/>
          </a:xfrm>
          <a:prstGeom prst="rect">
            <a:avLst/>
          </a:prstGeom>
          <a:solidFill>
            <a:srgbClr val="ffffff">
              <a:alpha val="4000"/>
            </a:srgbClr>
          </a:solidFill>
          <a:ln w="0">
            <a:noFill/>
          </a:ln>
        </p:spPr>
        <p:style>
          <a:lnRef idx="0"/>
          <a:fillRef idx="0"/>
          <a:effectRef idx="0"/>
          <a:fontRef idx="minor"/>
        </p:style>
      </p:sp>
      <p:sp>
        <p:nvSpPr>
          <p:cNvPr id="497" name="Text 36"/>
          <p:cNvSpPr/>
          <p:nvPr/>
        </p:nvSpPr>
        <p:spPr>
          <a:xfrm>
            <a:off x="1364040" y="4736880"/>
            <a:ext cx="115128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M08</a:t>
            </a:r>
            <a:endParaRPr b="0" lang="en-IN" sz="1200" spc="-1" strike="noStrike">
              <a:latin typeface="Arial"/>
            </a:endParaRPr>
          </a:p>
        </p:txBody>
      </p:sp>
      <p:sp>
        <p:nvSpPr>
          <p:cNvPr id="498" name="Text 37"/>
          <p:cNvSpPr/>
          <p:nvPr/>
        </p:nvSpPr>
        <p:spPr>
          <a:xfrm>
            <a:off x="2833560" y="4736880"/>
            <a:ext cx="310140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AI Summary</a:t>
            </a:r>
            <a:endParaRPr b="0" lang="en-IN" sz="1200" spc="-1" strike="noStrike">
              <a:latin typeface="Arial"/>
            </a:endParaRPr>
          </a:p>
        </p:txBody>
      </p:sp>
      <p:sp>
        <p:nvSpPr>
          <p:cNvPr id="499" name="Text 38"/>
          <p:cNvSpPr/>
          <p:nvPr/>
        </p:nvSpPr>
        <p:spPr>
          <a:xfrm>
            <a:off x="6252840" y="4736880"/>
            <a:ext cx="701316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Lesson summarisation via Gemini, cached in AISummary table</a:t>
            </a:r>
            <a:endParaRPr b="0" lang="en-IN" sz="1200" spc="-1" strike="noStrike">
              <a:latin typeface="Arial"/>
            </a:endParaRPr>
          </a:p>
        </p:txBody>
      </p:sp>
      <p:sp>
        <p:nvSpPr>
          <p:cNvPr id="500" name="Shape 39"/>
          <p:cNvSpPr/>
          <p:nvPr/>
        </p:nvSpPr>
        <p:spPr>
          <a:xfrm>
            <a:off x="1209240" y="5037840"/>
            <a:ext cx="12211920" cy="380880"/>
          </a:xfrm>
          <a:prstGeom prst="rect">
            <a:avLst/>
          </a:prstGeom>
          <a:solidFill>
            <a:srgbClr val="000000">
              <a:alpha val="4000"/>
            </a:srgbClr>
          </a:solidFill>
          <a:ln w="0">
            <a:noFill/>
          </a:ln>
        </p:spPr>
        <p:style>
          <a:lnRef idx="0"/>
          <a:fillRef idx="0"/>
          <a:effectRef idx="0"/>
          <a:fontRef idx="minor"/>
        </p:style>
      </p:sp>
      <p:sp>
        <p:nvSpPr>
          <p:cNvPr id="501" name="Text 40"/>
          <p:cNvSpPr/>
          <p:nvPr/>
        </p:nvSpPr>
        <p:spPr>
          <a:xfrm>
            <a:off x="1364040" y="5118120"/>
            <a:ext cx="115128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M09</a:t>
            </a:r>
            <a:endParaRPr b="0" lang="en-IN" sz="1200" spc="-1" strike="noStrike">
              <a:latin typeface="Arial"/>
            </a:endParaRPr>
          </a:p>
        </p:txBody>
      </p:sp>
      <p:sp>
        <p:nvSpPr>
          <p:cNvPr id="502" name="Text 41"/>
          <p:cNvSpPr/>
          <p:nvPr/>
        </p:nvSpPr>
        <p:spPr>
          <a:xfrm>
            <a:off x="2833560" y="5118120"/>
            <a:ext cx="310140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Chatbot</a:t>
            </a:r>
            <a:endParaRPr b="0" lang="en-IN" sz="1200" spc="-1" strike="noStrike">
              <a:latin typeface="Arial"/>
            </a:endParaRPr>
          </a:p>
        </p:txBody>
      </p:sp>
      <p:sp>
        <p:nvSpPr>
          <p:cNvPr id="503" name="Text 42"/>
          <p:cNvSpPr/>
          <p:nvPr/>
        </p:nvSpPr>
        <p:spPr>
          <a:xfrm>
            <a:off x="6252840" y="5118120"/>
            <a:ext cx="701316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Multi-turn course-scoped AI conversation sessions</a:t>
            </a:r>
            <a:endParaRPr b="0" lang="en-IN" sz="1200" spc="-1" strike="noStrike">
              <a:latin typeface="Arial"/>
            </a:endParaRPr>
          </a:p>
        </p:txBody>
      </p:sp>
      <p:sp>
        <p:nvSpPr>
          <p:cNvPr id="504" name="Shape 43"/>
          <p:cNvSpPr/>
          <p:nvPr/>
        </p:nvSpPr>
        <p:spPr>
          <a:xfrm>
            <a:off x="1209240" y="5419440"/>
            <a:ext cx="12211920" cy="380880"/>
          </a:xfrm>
          <a:prstGeom prst="rect">
            <a:avLst/>
          </a:prstGeom>
          <a:solidFill>
            <a:srgbClr val="ffffff">
              <a:alpha val="4000"/>
            </a:srgbClr>
          </a:solidFill>
          <a:ln w="0">
            <a:noFill/>
          </a:ln>
        </p:spPr>
        <p:style>
          <a:lnRef idx="0"/>
          <a:fillRef idx="0"/>
          <a:effectRef idx="0"/>
          <a:fontRef idx="minor"/>
        </p:style>
      </p:sp>
      <p:sp>
        <p:nvSpPr>
          <p:cNvPr id="505" name="Text 44"/>
          <p:cNvSpPr/>
          <p:nvPr/>
        </p:nvSpPr>
        <p:spPr>
          <a:xfrm>
            <a:off x="1364040" y="5499720"/>
            <a:ext cx="115128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M10</a:t>
            </a:r>
            <a:endParaRPr b="0" lang="en-IN" sz="1200" spc="-1" strike="noStrike">
              <a:latin typeface="Arial"/>
            </a:endParaRPr>
          </a:p>
        </p:txBody>
      </p:sp>
      <p:sp>
        <p:nvSpPr>
          <p:cNvPr id="506" name="Text 45"/>
          <p:cNvSpPr/>
          <p:nvPr/>
        </p:nvSpPr>
        <p:spPr>
          <a:xfrm>
            <a:off x="2833560" y="5499720"/>
            <a:ext cx="310140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Gemini</a:t>
            </a:r>
            <a:endParaRPr b="0" lang="en-IN" sz="1200" spc="-1" strike="noStrike">
              <a:latin typeface="Arial"/>
            </a:endParaRPr>
          </a:p>
        </p:txBody>
      </p:sp>
      <p:sp>
        <p:nvSpPr>
          <p:cNvPr id="507" name="Text 46"/>
          <p:cNvSpPr/>
          <p:nvPr/>
        </p:nvSpPr>
        <p:spPr>
          <a:xfrm>
            <a:off x="6252840" y="5499720"/>
            <a:ext cx="701316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Single integration point for all Gemini API calls</a:t>
            </a:r>
            <a:endParaRPr b="0" lang="en-IN" sz="1200" spc="-1" strike="noStrike">
              <a:latin typeface="Arial"/>
            </a:endParaRPr>
          </a:p>
        </p:txBody>
      </p:sp>
      <p:sp>
        <p:nvSpPr>
          <p:cNvPr id="508" name="Shape 47"/>
          <p:cNvSpPr/>
          <p:nvPr/>
        </p:nvSpPr>
        <p:spPr>
          <a:xfrm>
            <a:off x="1209240" y="5800680"/>
            <a:ext cx="12211920" cy="380880"/>
          </a:xfrm>
          <a:prstGeom prst="rect">
            <a:avLst/>
          </a:prstGeom>
          <a:solidFill>
            <a:srgbClr val="000000">
              <a:alpha val="4000"/>
            </a:srgbClr>
          </a:solidFill>
          <a:ln w="0">
            <a:noFill/>
          </a:ln>
        </p:spPr>
        <p:style>
          <a:lnRef idx="0"/>
          <a:fillRef idx="0"/>
          <a:effectRef idx="0"/>
          <a:fontRef idx="minor"/>
        </p:style>
      </p:sp>
      <p:sp>
        <p:nvSpPr>
          <p:cNvPr id="509" name="Text 48"/>
          <p:cNvSpPr/>
          <p:nvPr/>
        </p:nvSpPr>
        <p:spPr>
          <a:xfrm>
            <a:off x="1364040" y="5880960"/>
            <a:ext cx="115128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M11</a:t>
            </a:r>
            <a:endParaRPr b="0" lang="en-IN" sz="1200" spc="-1" strike="noStrike">
              <a:latin typeface="Arial"/>
            </a:endParaRPr>
          </a:p>
        </p:txBody>
      </p:sp>
      <p:sp>
        <p:nvSpPr>
          <p:cNvPr id="510" name="Text 49"/>
          <p:cNvSpPr/>
          <p:nvPr/>
        </p:nvSpPr>
        <p:spPr>
          <a:xfrm>
            <a:off x="2833560" y="5880960"/>
            <a:ext cx="310140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Upload</a:t>
            </a:r>
            <a:endParaRPr b="0" lang="en-IN" sz="1200" spc="-1" strike="noStrike">
              <a:latin typeface="Arial"/>
            </a:endParaRPr>
          </a:p>
        </p:txBody>
      </p:sp>
      <p:sp>
        <p:nvSpPr>
          <p:cNvPr id="511" name="Text 50"/>
          <p:cNvSpPr/>
          <p:nvPr/>
        </p:nvSpPr>
        <p:spPr>
          <a:xfrm>
            <a:off x="6252840" y="5880960"/>
            <a:ext cx="701316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Multipart video/image upload, HTTP Range streaming</a:t>
            </a:r>
            <a:endParaRPr b="0" lang="en-IN" sz="1200" spc="-1" strike="noStrike">
              <a:latin typeface="Arial"/>
            </a:endParaRPr>
          </a:p>
        </p:txBody>
      </p:sp>
      <p:sp>
        <p:nvSpPr>
          <p:cNvPr id="512" name="Shape 51"/>
          <p:cNvSpPr/>
          <p:nvPr/>
        </p:nvSpPr>
        <p:spPr>
          <a:xfrm>
            <a:off x="1209240" y="6181920"/>
            <a:ext cx="12211920" cy="380880"/>
          </a:xfrm>
          <a:prstGeom prst="rect">
            <a:avLst/>
          </a:prstGeom>
          <a:solidFill>
            <a:srgbClr val="ffffff">
              <a:alpha val="4000"/>
            </a:srgbClr>
          </a:solidFill>
          <a:ln w="0">
            <a:noFill/>
          </a:ln>
        </p:spPr>
        <p:style>
          <a:lnRef idx="0"/>
          <a:fillRef idx="0"/>
          <a:effectRef idx="0"/>
          <a:fontRef idx="minor"/>
        </p:style>
      </p:sp>
      <p:sp>
        <p:nvSpPr>
          <p:cNvPr id="513" name="Text 52"/>
          <p:cNvSpPr/>
          <p:nvPr/>
        </p:nvSpPr>
        <p:spPr>
          <a:xfrm>
            <a:off x="1364040" y="6262200"/>
            <a:ext cx="115128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M12</a:t>
            </a:r>
            <a:endParaRPr b="0" lang="en-IN" sz="1200" spc="-1" strike="noStrike">
              <a:latin typeface="Arial"/>
            </a:endParaRPr>
          </a:p>
        </p:txBody>
      </p:sp>
      <p:sp>
        <p:nvSpPr>
          <p:cNvPr id="514" name="Text 53"/>
          <p:cNvSpPr/>
          <p:nvPr/>
        </p:nvSpPr>
        <p:spPr>
          <a:xfrm>
            <a:off x="2833560" y="6262200"/>
            <a:ext cx="310140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Lesson Notes</a:t>
            </a:r>
            <a:endParaRPr b="0" lang="en-IN" sz="1200" spc="-1" strike="noStrike">
              <a:latin typeface="Arial"/>
            </a:endParaRPr>
          </a:p>
        </p:txBody>
      </p:sp>
      <p:sp>
        <p:nvSpPr>
          <p:cNvPr id="515" name="Text 54"/>
          <p:cNvSpPr/>
          <p:nvPr/>
        </p:nvSpPr>
        <p:spPr>
          <a:xfrm>
            <a:off x="6252840" y="6262200"/>
            <a:ext cx="701316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Per-student per-lesson notes, AI note generation</a:t>
            </a:r>
            <a:endParaRPr b="0" lang="en-IN" sz="1200" spc="-1" strike="noStrike">
              <a:latin typeface="Arial"/>
            </a:endParaRPr>
          </a:p>
        </p:txBody>
      </p:sp>
      <p:sp>
        <p:nvSpPr>
          <p:cNvPr id="516" name="Shape 55"/>
          <p:cNvSpPr/>
          <p:nvPr/>
        </p:nvSpPr>
        <p:spPr>
          <a:xfrm>
            <a:off x="1209240" y="6563520"/>
            <a:ext cx="12211920" cy="380880"/>
          </a:xfrm>
          <a:prstGeom prst="rect">
            <a:avLst/>
          </a:prstGeom>
          <a:solidFill>
            <a:srgbClr val="000000">
              <a:alpha val="4000"/>
            </a:srgbClr>
          </a:solidFill>
          <a:ln w="0">
            <a:noFill/>
          </a:ln>
        </p:spPr>
        <p:style>
          <a:lnRef idx="0"/>
          <a:fillRef idx="0"/>
          <a:effectRef idx="0"/>
          <a:fontRef idx="minor"/>
        </p:style>
      </p:sp>
      <p:sp>
        <p:nvSpPr>
          <p:cNvPr id="517" name="Text 56"/>
          <p:cNvSpPr/>
          <p:nvPr/>
        </p:nvSpPr>
        <p:spPr>
          <a:xfrm>
            <a:off x="1364040" y="6643800"/>
            <a:ext cx="115128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M13</a:t>
            </a:r>
            <a:endParaRPr b="0" lang="en-IN" sz="1200" spc="-1" strike="noStrike">
              <a:latin typeface="Arial"/>
            </a:endParaRPr>
          </a:p>
        </p:txBody>
      </p:sp>
      <p:sp>
        <p:nvSpPr>
          <p:cNvPr id="518" name="Text 57"/>
          <p:cNvSpPr/>
          <p:nvPr/>
        </p:nvSpPr>
        <p:spPr>
          <a:xfrm>
            <a:off x="2833560" y="6643800"/>
            <a:ext cx="310140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Notifications</a:t>
            </a:r>
            <a:endParaRPr b="0" lang="en-IN" sz="1200" spc="-1" strike="noStrike">
              <a:latin typeface="Arial"/>
            </a:endParaRPr>
          </a:p>
        </p:txBody>
      </p:sp>
      <p:sp>
        <p:nvSpPr>
          <p:cNvPr id="519" name="Text 58"/>
          <p:cNvSpPr/>
          <p:nvPr/>
        </p:nvSpPr>
        <p:spPr>
          <a:xfrm>
            <a:off x="6252840" y="6643800"/>
            <a:ext cx="701316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Transactional emails via SMTP (welcome, enrolment, reset)</a:t>
            </a:r>
            <a:endParaRPr b="0" lang="en-IN" sz="1200" spc="-1" strike="noStrike">
              <a:latin typeface="Arial"/>
            </a:endParaRPr>
          </a:p>
        </p:txBody>
      </p:sp>
      <p:sp>
        <p:nvSpPr>
          <p:cNvPr id="520" name="Shape 59"/>
          <p:cNvSpPr/>
          <p:nvPr/>
        </p:nvSpPr>
        <p:spPr>
          <a:xfrm>
            <a:off x="1209240" y="6944760"/>
            <a:ext cx="12211920" cy="380880"/>
          </a:xfrm>
          <a:prstGeom prst="rect">
            <a:avLst/>
          </a:prstGeom>
          <a:solidFill>
            <a:srgbClr val="ffffff">
              <a:alpha val="4000"/>
            </a:srgbClr>
          </a:solidFill>
          <a:ln w="0">
            <a:noFill/>
          </a:ln>
        </p:spPr>
        <p:style>
          <a:lnRef idx="0"/>
          <a:fillRef idx="0"/>
          <a:effectRef idx="0"/>
          <a:fontRef idx="minor"/>
        </p:style>
      </p:sp>
      <p:sp>
        <p:nvSpPr>
          <p:cNvPr id="521" name="Text 60"/>
          <p:cNvSpPr/>
          <p:nvPr/>
        </p:nvSpPr>
        <p:spPr>
          <a:xfrm>
            <a:off x="1364040" y="7025040"/>
            <a:ext cx="115128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M14</a:t>
            </a:r>
            <a:endParaRPr b="0" lang="en-IN" sz="1200" spc="-1" strike="noStrike">
              <a:latin typeface="Arial"/>
            </a:endParaRPr>
          </a:p>
        </p:txBody>
      </p:sp>
      <p:sp>
        <p:nvSpPr>
          <p:cNvPr id="522" name="Text 61"/>
          <p:cNvSpPr/>
          <p:nvPr/>
        </p:nvSpPr>
        <p:spPr>
          <a:xfrm>
            <a:off x="2833560" y="7025040"/>
            <a:ext cx="310140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Report</a:t>
            </a:r>
            <a:endParaRPr b="0" lang="en-IN" sz="1200" spc="-1" strike="noStrike">
              <a:latin typeface="Arial"/>
            </a:endParaRPr>
          </a:p>
        </p:txBody>
      </p:sp>
      <p:sp>
        <p:nvSpPr>
          <p:cNvPr id="523" name="Text 62"/>
          <p:cNvSpPr/>
          <p:nvPr/>
        </p:nvSpPr>
        <p:spPr>
          <a:xfrm>
            <a:off x="6252840" y="7025040"/>
            <a:ext cx="701316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Quiz scores, completion rates, performance analytics aggregation</a:t>
            </a:r>
            <a:endParaRPr b="0" lang="en-IN" sz="1200" spc="-1" strike="noStrike">
              <a:latin typeface="Arial"/>
            </a:endParaRPr>
          </a:p>
        </p:txBody>
      </p:sp>
      <p:sp>
        <p:nvSpPr>
          <p:cNvPr id="524" name="Shape 63"/>
          <p:cNvSpPr/>
          <p:nvPr/>
        </p:nvSpPr>
        <p:spPr>
          <a:xfrm>
            <a:off x="1209240" y="7326000"/>
            <a:ext cx="12211920" cy="380880"/>
          </a:xfrm>
          <a:prstGeom prst="rect">
            <a:avLst/>
          </a:prstGeom>
          <a:solidFill>
            <a:srgbClr val="000000">
              <a:alpha val="4000"/>
            </a:srgbClr>
          </a:solidFill>
          <a:ln w="0">
            <a:noFill/>
          </a:ln>
        </p:spPr>
        <p:style>
          <a:lnRef idx="0"/>
          <a:fillRef idx="0"/>
          <a:effectRef idx="0"/>
          <a:fontRef idx="minor"/>
        </p:style>
      </p:sp>
      <p:sp>
        <p:nvSpPr>
          <p:cNvPr id="525" name="Text 64"/>
          <p:cNvSpPr/>
          <p:nvPr/>
        </p:nvSpPr>
        <p:spPr>
          <a:xfrm>
            <a:off x="1364040" y="7406280"/>
            <a:ext cx="115128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M15</a:t>
            </a:r>
            <a:endParaRPr b="0" lang="en-IN" sz="1200" spc="-1" strike="noStrike">
              <a:latin typeface="Arial"/>
            </a:endParaRPr>
          </a:p>
        </p:txBody>
      </p:sp>
      <p:sp>
        <p:nvSpPr>
          <p:cNvPr id="526" name="Text 65"/>
          <p:cNvSpPr/>
          <p:nvPr/>
        </p:nvSpPr>
        <p:spPr>
          <a:xfrm>
            <a:off x="2833560" y="7406280"/>
            <a:ext cx="310140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Worker</a:t>
            </a:r>
            <a:endParaRPr b="0" lang="en-IN" sz="1200" spc="-1" strike="noStrike">
              <a:latin typeface="Arial"/>
            </a:endParaRPr>
          </a:p>
        </p:txBody>
      </p:sp>
      <p:sp>
        <p:nvSpPr>
          <p:cNvPr id="527" name="Text 66"/>
          <p:cNvSpPr/>
          <p:nvPr/>
        </p:nvSpPr>
        <p:spPr>
          <a:xfrm>
            <a:off x="6252840" y="7406280"/>
            <a:ext cx="701316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BullMQ consumer for async email and AI course generation tasks</a:t>
            </a:r>
            <a:endParaRPr b="0" lang="en-IN" sz="1200" spc="-1" strike="noStrike">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8" name="Text 0"/>
          <p:cNvSpPr/>
          <p:nvPr/>
        </p:nvSpPr>
        <p:spPr>
          <a:xfrm>
            <a:off x="3280320" y="392040"/>
            <a:ext cx="3498120" cy="319320"/>
          </a:xfrm>
          <a:prstGeom prst="rect">
            <a:avLst/>
          </a:prstGeom>
          <a:noFill/>
          <a:ln w="0">
            <a:noFill/>
          </a:ln>
        </p:spPr>
        <p:style>
          <a:lnRef idx="0"/>
          <a:fillRef idx="0"/>
          <a:effectRef idx="0"/>
          <a:fontRef idx="minor"/>
        </p:style>
        <p:txBody>
          <a:bodyPr wrap="none" lIns="0" rIns="0" tIns="0" bIns="0" anchor="t">
            <a:noAutofit/>
          </a:bodyPr>
          <a:p>
            <a:pPr>
              <a:lnSpc>
                <a:spcPts val="2500"/>
              </a:lnSpc>
              <a:buNone/>
              <a:tabLst>
                <a:tab algn="l" pos="0"/>
              </a:tabLst>
            </a:pPr>
            <a:r>
              <a:rPr b="0" lang="en-US" sz="2000" spc="-1" strike="noStrike">
                <a:solidFill>
                  <a:srgbClr val="152d47"/>
                </a:solidFill>
                <a:latin typeface="Crimson Pro Semi Bold"/>
                <a:ea typeface="Crimson Pro Semi Bold"/>
              </a:rPr>
              <a:t>System Architecture &amp; Data Flow</a:t>
            </a:r>
            <a:endParaRPr b="0" lang="en-IN" sz="2000" spc="-1" strike="noStrike">
              <a:latin typeface="Arial"/>
            </a:endParaRPr>
          </a:p>
        </p:txBody>
      </p:sp>
      <p:sp>
        <p:nvSpPr>
          <p:cNvPr id="529" name="Text 1"/>
          <p:cNvSpPr/>
          <p:nvPr/>
        </p:nvSpPr>
        <p:spPr>
          <a:xfrm>
            <a:off x="3280320" y="817200"/>
            <a:ext cx="8069760" cy="123840"/>
          </a:xfrm>
          <a:prstGeom prst="rect">
            <a:avLst/>
          </a:prstGeom>
          <a:noFill/>
          <a:ln w="0">
            <a:noFill/>
          </a:ln>
        </p:spPr>
        <p:style>
          <a:lnRef idx="0"/>
          <a:fillRef idx="0"/>
          <a:effectRef idx="0"/>
          <a:fontRef idx="minor"/>
        </p:style>
        <p:txBody>
          <a:bodyPr wrap="none" lIns="0" rIns="0" tIns="0" bIns="0" anchor="t">
            <a:noAutofit/>
          </a:bodyPr>
          <a:p>
            <a:pPr>
              <a:lnSpc>
                <a:spcPts val="950"/>
              </a:lnSpc>
              <a:buNone/>
              <a:tabLst>
                <a:tab algn="l" pos="0"/>
              </a:tabLst>
            </a:pPr>
            <a:r>
              <a:rPr b="0" lang="en-US" sz="800" spc="-1" strike="noStrike">
                <a:solidFill>
                  <a:srgbClr val="4c4c4d"/>
                </a:solidFill>
                <a:latin typeface="Heebo"/>
                <a:ea typeface="Heebo"/>
              </a:rPr>
              <a:t>ThinkBloom adopts a modular three-tier architecture. The following diagrams illustrate the overall system flow and module dependency chain.</a:t>
            </a:r>
            <a:endParaRPr b="0" lang="en-IN" sz="800" spc="-1" strike="noStrike">
              <a:latin typeface="Arial"/>
            </a:endParaRPr>
          </a:p>
        </p:txBody>
      </p:sp>
      <p:sp>
        <p:nvSpPr>
          <p:cNvPr id="530" name="Text 2"/>
          <p:cNvSpPr/>
          <p:nvPr/>
        </p:nvSpPr>
        <p:spPr>
          <a:xfrm>
            <a:off x="3280320" y="1000800"/>
            <a:ext cx="8069760" cy="247680"/>
          </a:xfrm>
          <a:prstGeom prst="rect">
            <a:avLst/>
          </a:prstGeom>
          <a:noFill/>
          <a:ln w="0">
            <a:noFill/>
          </a:ln>
        </p:spPr>
        <p:style>
          <a:lnRef idx="0"/>
          <a:fillRef idx="0"/>
          <a:effectRef idx="0"/>
          <a:fontRef idx="minor"/>
        </p:style>
        <p:txBody>
          <a:bodyPr lIns="0" rIns="0" tIns="0" bIns="0" anchor="t">
            <a:noAutofit/>
          </a:bodyPr>
          <a:p>
            <a:pPr>
              <a:lnSpc>
                <a:spcPts val="950"/>
              </a:lnSpc>
              <a:buNone/>
              <a:tabLst>
                <a:tab algn="l" pos="0"/>
              </a:tabLst>
            </a:pPr>
            <a:r>
              <a:rPr b="0" lang="en-US" sz="800" spc="-1" strike="noStrike">
                <a:solidFill>
                  <a:srgbClr val="4c4c4d"/>
                </a:solidFill>
                <a:latin typeface="Heebo"/>
                <a:ea typeface="Heebo"/>
              </a:rPr>
              <a:t>ThinkBloom follows a modular three-tier architecture. The Presentation Layer (Next.js 16, port 3000) communicates with the Application Layer (NestJS 11, port 8080) via JSON REST APIs. The Data Layer uses PostgreSQL 16 via Prisma ORM, with Redis 7 backing a BullMQ job queue.</a:t>
            </a:r>
            <a:endParaRPr b="0" lang="en-IN" sz="800" spc="-1" strike="noStrike">
              <a:latin typeface="Arial"/>
            </a:endParaRPr>
          </a:p>
        </p:txBody>
      </p:sp>
      <p:pic>
        <p:nvPicPr>
          <p:cNvPr id="531" name="Image 0" descr="preencoded.png"/>
          <p:cNvPicPr/>
          <p:nvPr/>
        </p:nvPicPr>
        <p:blipFill>
          <a:blip r:embed="rId1"/>
          <a:stretch/>
        </p:blipFill>
        <p:spPr>
          <a:xfrm>
            <a:off x="3280320" y="1461600"/>
            <a:ext cx="4008240" cy="1142640"/>
          </a:xfrm>
          <a:prstGeom prst="rect">
            <a:avLst/>
          </a:prstGeom>
          <a:ln w="0">
            <a:noFill/>
          </a:ln>
        </p:spPr>
      </p:pic>
      <p:sp>
        <p:nvSpPr>
          <p:cNvPr id="532" name="Text 3"/>
          <p:cNvSpPr/>
          <p:nvPr/>
        </p:nvSpPr>
        <p:spPr>
          <a:xfrm>
            <a:off x="3382560" y="1821240"/>
            <a:ext cx="1278720" cy="159480"/>
          </a:xfrm>
          <a:prstGeom prst="rect">
            <a:avLst/>
          </a:prstGeom>
          <a:noFill/>
          <a:ln w="0">
            <a:noFill/>
          </a:ln>
        </p:spPr>
        <p:style>
          <a:lnRef idx="0"/>
          <a:fillRef idx="0"/>
          <a:effectRef idx="0"/>
          <a:fontRef idx="minor"/>
        </p:style>
        <p:txBody>
          <a:bodyPr wrap="none" lIns="0" rIns="0" tIns="0" bIns="0" anchor="t">
            <a:noAutofit/>
          </a:bodyPr>
          <a:p>
            <a:pPr>
              <a:lnSpc>
                <a:spcPts val="1250"/>
              </a:lnSpc>
              <a:buNone/>
              <a:tabLst>
                <a:tab algn="l" pos="0"/>
              </a:tabLst>
            </a:pPr>
            <a:r>
              <a:rPr b="1" lang="en-US" sz="1000" spc="-1" strike="noStrike">
                <a:solidFill>
                  <a:srgbClr val="4c4c4d"/>
                </a:solidFill>
                <a:latin typeface="Crimson Pro Semi Bold"/>
                <a:ea typeface="Crimson Pro Semi Bold"/>
              </a:rPr>
              <a:t>Login</a:t>
            </a:r>
            <a:endParaRPr b="0" lang="en-IN" sz="1000" spc="-1" strike="noStrike">
              <a:latin typeface="Arial"/>
            </a:endParaRPr>
          </a:p>
        </p:txBody>
      </p:sp>
      <p:sp>
        <p:nvSpPr>
          <p:cNvPr id="533" name="Text 4"/>
          <p:cNvSpPr/>
          <p:nvPr/>
        </p:nvSpPr>
        <p:spPr>
          <a:xfrm>
            <a:off x="3382560" y="2012760"/>
            <a:ext cx="3803760" cy="123840"/>
          </a:xfrm>
          <a:prstGeom prst="rect">
            <a:avLst/>
          </a:prstGeom>
          <a:noFill/>
          <a:ln w="0">
            <a:noFill/>
          </a:ln>
        </p:spPr>
        <p:style>
          <a:lnRef idx="0"/>
          <a:fillRef idx="0"/>
          <a:effectRef idx="0"/>
          <a:fontRef idx="minor"/>
        </p:style>
        <p:txBody>
          <a:bodyPr wrap="none" lIns="0" rIns="0" tIns="0" bIns="0" anchor="t">
            <a:noAutofit/>
          </a:bodyPr>
          <a:p>
            <a:pPr>
              <a:lnSpc>
                <a:spcPts val="950"/>
              </a:lnSpc>
              <a:buNone/>
              <a:tabLst>
                <a:tab algn="l" pos="0"/>
              </a:tabLst>
            </a:pPr>
            <a:r>
              <a:rPr b="0" lang="en-US" sz="800" spc="-1" strike="noStrike">
                <a:solidFill>
                  <a:srgbClr val="4c4c4d"/>
                </a:solidFill>
                <a:latin typeface="Heebo"/>
                <a:ea typeface="Heebo"/>
              </a:rPr>
              <a:t>Teacher authenticates via JWT</a:t>
            </a:r>
            <a:endParaRPr b="0" lang="en-IN" sz="800" spc="-1" strike="noStrike">
              <a:latin typeface="Arial"/>
            </a:endParaRPr>
          </a:p>
        </p:txBody>
      </p:sp>
      <p:pic>
        <p:nvPicPr>
          <p:cNvPr id="534" name="Image 1" descr="preencoded.png"/>
          <p:cNvPicPr/>
          <p:nvPr/>
        </p:nvPicPr>
        <p:blipFill>
          <a:blip r:embed="rId2"/>
          <a:stretch/>
        </p:blipFill>
        <p:spPr>
          <a:xfrm>
            <a:off x="7341480" y="1308240"/>
            <a:ext cx="4008240" cy="1142640"/>
          </a:xfrm>
          <a:prstGeom prst="rect">
            <a:avLst/>
          </a:prstGeom>
          <a:ln w="0">
            <a:noFill/>
          </a:ln>
        </p:spPr>
      </p:pic>
      <p:sp>
        <p:nvSpPr>
          <p:cNvPr id="535" name="Text 5"/>
          <p:cNvSpPr/>
          <p:nvPr/>
        </p:nvSpPr>
        <p:spPr>
          <a:xfrm>
            <a:off x="7443720" y="1667880"/>
            <a:ext cx="1278720" cy="159480"/>
          </a:xfrm>
          <a:prstGeom prst="rect">
            <a:avLst/>
          </a:prstGeom>
          <a:noFill/>
          <a:ln w="0">
            <a:noFill/>
          </a:ln>
        </p:spPr>
        <p:style>
          <a:lnRef idx="0"/>
          <a:fillRef idx="0"/>
          <a:effectRef idx="0"/>
          <a:fontRef idx="minor"/>
        </p:style>
        <p:txBody>
          <a:bodyPr wrap="none" lIns="0" rIns="0" tIns="0" bIns="0" anchor="t">
            <a:noAutofit/>
          </a:bodyPr>
          <a:p>
            <a:pPr>
              <a:lnSpc>
                <a:spcPts val="1250"/>
              </a:lnSpc>
              <a:buNone/>
              <a:tabLst>
                <a:tab algn="l" pos="0"/>
              </a:tabLst>
            </a:pPr>
            <a:r>
              <a:rPr b="1" lang="en-US" sz="1000" spc="-1" strike="noStrike">
                <a:solidFill>
                  <a:srgbClr val="4c4c4d"/>
                </a:solidFill>
                <a:latin typeface="Crimson Pro Semi Bold"/>
                <a:ea typeface="Crimson Pro Semi Bold"/>
              </a:rPr>
              <a:t>Create Course</a:t>
            </a:r>
            <a:endParaRPr b="0" lang="en-IN" sz="1000" spc="-1" strike="noStrike">
              <a:latin typeface="Arial"/>
            </a:endParaRPr>
          </a:p>
        </p:txBody>
      </p:sp>
      <p:sp>
        <p:nvSpPr>
          <p:cNvPr id="536" name="Text 6"/>
          <p:cNvSpPr/>
          <p:nvPr/>
        </p:nvSpPr>
        <p:spPr>
          <a:xfrm>
            <a:off x="7443720" y="1859040"/>
            <a:ext cx="3803760" cy="123840"/>
          </a:xfrm>
          <a:prstGeom prst="rect">
            <a:avLst/>
          </a:prstGeom>
          <a:noFill/>
          <a:ln w="0">
            <a:noFill/>
          </a:ln>
        </p:spPr>
        <p:style>
          <a:lnRef idx="0"/>
          <a:fillRef idx="0"/>
          <a:effectRef idx="0"/>
          <a:fontRef idx="minor"/>
        </p:style>
        <p:txBody>
          <a:bodyPr wrap="none" lIns="0" rIns="0" tIns="0" bIns="0" anchor="t">
            <a:noAutofit/>
          </a:bodyPr>
          <a:p>
            <a:pPr>
              <a:lnSpc>
                <a:spcPts val="950"/>
              </a:lnSpc>
              <a:buNone/>
              <a:tabLst>
                <a:tab algn="l" pos="0"/>
              </a:tabLst>
            </a:pPr>
            <a:r>
              <a:rPr b="0" lang="en-US" sz="800" spc="-1" strike="noStrike">
                <a:solidFill>
                  <a:srgbClr val="4c4c4d"/>
                </a:solidFill>
                <a:latin typeface="Heebo"/>
                <a:ea typeface="Heebo"/>
              </a:rPr>
              <a:t>Manual form or AI Course Generator (Gemini API via BullMQ)</a:t>
            </a:r>
            <a:endParaRPr b="0" lang="en-IN" sz="800" spc="-1" strike="noStrike">
              <a:latin typeface="Arial"/>
            </a:endParaRPr>
          </a:p>
        </p:txBody>
      </p:sp>
      <p:pic>
        <p:nvPicPr>
          <p:cNvPr id="537" name="Image 2" descr="preencoded.png"/>
          <p:cNvPicPr/>
          <p:nvPr/>
        </p:nvPicPr>
        <p:blipFill>
          <a:blip r:embed="rId3"/>
          <a:stretch/>
        </p:blipFill>
        <p:spPr>
          <a:xfrm>
            <a:off x="3280320" y="2445120"/>
            <a:ext cx="4008240" cy="1142640"/>
          </a:xfrm>
          <a:prstGeom prst="rect">
            <a:avLst/>
          </a:prstGeom>
          <a:ln w="0">
            <a:noFill/>
          </a:ln>
        </p:spPr>
      </p:pic>
      <p:sp>
        <p:nvSpPr>
          <p:cNvPr id="538" name="Text 7"/>
          <p:cNvSpPr/>
          <p:nvPr/>
        </p:nvSpPr>
        <p:spPr>
          <a:xfrm>
            <a:off x="3382560" y="2804760"/>
            <a:ext cx="1278720" cy="159480"/>
          </a:xfrm>
          <a:prstGeom prst="rect">
            <a:avLst/>
          </a:prstGeom>
          <a:noFill/>
          <a:ln w="0">
            <a:noFill/>
          </a:ln>
        </p:spPr>
        <p:style>
          <a:lnRef idx="0"/>
          <a:fillRef idx="0"/>
          <a:effectRef idx="0"/>
          <a:fontRef idx="minor"/>
        </p:style>
        <p:txBody>
          <a:bodyPr wrap="none" lIns="0" rIns="0" tIns="0" bIns="0" anchor="t">
            <a:noAutofit/>
          </a:bodyPr>
          <a:p>
            <a:pPr>
              <a:lnSpc>
                <a:spcPts val="1250"/>
              </a:lnSpc>
              <a:buNone/>
              <a:tabLst>
                <a:tab algn="l" pos="0"/>
              </a:tabLst>
            </a:pPr>
            <a:r>
              <a:rPr b="1" lang="en-US" sz="1000" spc="-1" strike="noStrike">
                <a:solidFill>
                  <a:srgbClr val="4c4c4d"/>
                </a:solidFill>
                <a:latin typeface="Crimson Pro Semi Bold"/>
                <a:ea typeface="Crimson Pro Semi Bold"/>
              </a:rPr>
              <a:t>Add Lessons</a:t>
            </a:r>
            <a:endParaRPr b="0" lang="en-IN" sz="1000" spc="-1" strike="noStrike">
              <a:latin typeface="Arial"/>
            </a:endParaRPr>
          </a:p>
        </p:txBody>
      </p:sp>
      <p:sp>
        <p:nvSpPr>
          <p:cNvPr id="539" name="Text 8"/>
          <p:cNvSpPr/>
          <p:nvPr/>
        </p:nvSpPr>
        <p:spPr>
          <a:xfrm>
            <a:off x="3382560" y="2996280"/>
            <a:ext cx="3803760" cy="123840"/>
          </a:xfrm>
          <a:prstGeom prst="rect">
            <a:avLst/>
          </a:prstGeom>
          <a:noFill/>
          <a:ln w="0">
            <a:noFill/>
          </a:ln>
        </p:spPr>
        <p:style>
          <a:lnRef idx="0"/>
          <a:fillRef idx="0"/>
          <a:effectRef idx="0"/>
          <a:fontRef idx="minor"/>
        </p:style>
        <p:txBody>
          <a:bodyPr wrap="none" lIns="0" rIns="0" tIns="0" bIns="0" anchor="t">
            <a:noAutofit/>
          </a:bodyPr>
          <a:p>
            <a:pPr>
              <a:lnSpc>
                <a:spcPts val="950"/>
              </a:lnSpc>
              <a:buNone/>
              <a:tabLst>
                <a:tab algn="l" pos="0"/>
              </a:tabLst>
            </a:pPr>
            <a:r>
              <a:rPr b="0" lang="en-US" sz="800" spc="-1" strike="noStrike">
                <a:solidFill>
                  <a:srgbClr val="4c4c4d"/>
                </a:solidFill>
                <a:latin typeface="Heebo"/>
                <a:ea typeface="Heebo"/>
              </a:rPr>
              <a:t>Upload video (HTTP Range), write content, set display order</a:t>
            </a:r>
            <a:endParaRPr b="0" lang="en-IN" sz="800" spc="-1" strike="noStrike">
              <a:latin typeface="Arial"/>
            </a:endParaRPr>
          </a:p>
        </p:txBody>
      </p:sp>
      <p:pic>
        <p:nvPicPr>
          <p:cNvPr id="540" name="Image 3" descr="preencoded.png"/>
          <p:cNvPicPr/>
          <p:nvPr/>
        </p:nvPicPr>
        <p:blipFill>
          <a:blip r:embed="rId4"/>
          <a:stretch/>
        </p:blipFill>
        <p:spPr>
          <a:xfrm>
            <a:off x="7341480" y="2291760"/>
            <a:ext cx="4008240" cy="1142640"/>
          </a:xfrm>
          <a:prstGeom prst="rect">
            <a:avLst/>
          </a:prstGeom>
          <a:ln w="0">
            <a:noFill/>
          </a:ln>
        </p:spPr>
      </p:pic>
      <p:sp>
        <p:nvSpPr>
          <p:cNvPr id="541" name="Text 9"/>
          <p:cNvSpPr/>
          <p:nvPr/>
        </p:nvSpPr>
        <p:spPr>
          <a:xfrm>
            <a:off x="7443720" y="2651400"/>
            <a:ext cx="1278720" cy="159480"/>
          </a:xfrm>
          <a:prstGeom prst="rect">
            <a:avLst/>
          </a:prstGeom>
          <a:noFill/>
          <a:ln w="0">
            <a:noFill/>
          </a:ln>
        </p:spPr>
        <p:style>
          <a:lnRef idx="0"/>
          <a:fillRef idx="0"/>
          <a:effectRef idx="0"/>
          <a:fontRef idx="minor"/>
        </p:style>
        <p:txBody>
          <a:bodyPr wrap="none" lIns="0" rIns="0" tIns="0" bIns="0" anchor="t">
            <a:noAutofit/>
          </a:bodyPr>
          <a:p>
            <a:pPr>
              <a:lnSpc>
                <a:spcPts val="1250"/>
              </a:lnSpc>
              <a:buNone/>
              <a:tabLst>
                <a:tab algn="l" pos="0"/>
              </a:tabLst>
            </a:pPr>
            <a:r>
              <a:rPr b="1" lang="en-US" sz="1000" spc="-1" strike="noStrike">
                <a:solidFill>
                  <a:srgbClr val="4c4c4d"/>
                </a:solidFill>
                <a:latin typeface="Crimson Pro Semi Bold"/>
                <a:ea typeface="Crimson Pro Semi Bold"/>
              </a:rPr>
              <a:t>Generate AI Content</a:t>
            </a:r>
            <a:endParaRPr b="0" lang="en-IN" sz="1000" spc="-1" strike="noStrike">
              <a:latin typeface="Arial"/>
            </a:endParaRPr>
          </a:p>
        </p:txBody>
      </p:sp>
      <p:sp>
        <p:nvSpPr>
          <p:cNvPr id="542" name="Text 10"/>
          <p:cNvSpPr/>
          <p:nvPr/>
        </p:nvSpPr>
        <p:spPr>
          <a:xfrm>
            <a:off x="7443720" y="2842560"/>
            <a:ext cx="3803760" cy="123840"/>
          </a:xfrm>
          <a:prstGeom prst="rect">
            <a:avLst/>
          </a:prstGeom>
          <a:noFill/>
          <a:ln w="0">
            <a:noFill/>
          </a:ln>
        </p:spPr>
        <p:style>
          <a:lnRef idx="0"/>
          <a:fillRef idx="0"/>
          <a:effectRef idx="0"/>
          <a:fontRef idx="minor"/>
        </p:style>
        <p:txBody>
          <a:bodyPr wrap="none" lIns="0" rIns="0" tIns="0" bIns="0" anchor="t">
            <a:noAutofit/>
          </a:bodyPr>
          <a:p>
            <a:pPr>
              <a:lnSpc>
                <a:spcPts val="950"/>
              </a:lnSpc>
              <a:buNone/>
              <a:tabLst>
                <a:tab algn="l" pos="0"/>
              </a:tabLst>
            </a:pPr>
            <a:r>
              <a:rPr b="0" lang="en-US" sz="800" spc="-1" strike="noStrike">
                <a:solidFill>
                  <a:srgbClr val="4c4c4d"/>
                </a:solidFill>
                <a:latin typeface="Heebo"/>
                <a:ea typeface="Heebo"/>
              </a:rPr>
              <a:t>Quiz (MCQ/Short-answer), Summary, Notes via Gemini</a:t>
            </a:r>
            <a:endParaRPr b="0" lang="en-IN" sz="800" spc="-1" strike="noStrike">
              <a:latin typeface="Arial"/>
            </a:endParaRPr>
          </a:p>
        </p:txBody>
      </p:sp>
      <p:pic>
        <p:nvPicPr>
          <p:cNvPr id="543" name="Image 4" descr="preencoded.png"/>
          <p:cNvPicPr/>
          <p:nvPr/>
        </p:nvPicPr>
        <p:blipFill>
          <a:blip r:embed="rId5"/>
          <a:stretch/>
        </p:blipFill>
        <p:spPr>
          <a:xfrm>
            <a:off x="3280320" y="3428640"/>
            <a:ext cx="4008240" cy="1142640"/>
          </a:xfrm>
          <a:prstGeom prst="rect">
            <a:avLst/>
          </a:prstGeom>
          <a:ln w="0">
            <a:noFill/>
          </a:ln>
        </p:spPr>
      </p:pic>
      <p:sp>
        <p:nvSpPr>
          <p:cNvPr id="544" name="Text 11"/>
          <p:cNvSpPr/>
          <p:nvPr/>
        </p:nvSpPr>
        <p:spPr>
          <a:xfrm>
            <a:off x="3382560" y="3788280"/>
            <a:ext cx="1278720" cy="159480"/>
          </a:xfrm>
          <a:prstGeom prst="rect">
            <a:avLst/>
          </a:prstGeom>
          <a:noFill/>
          <a:ln w="0">
            <a:noFill/>
          </a:ln>
        </p:spPr>
        <p:style>
          <a:lnRef idx="0"/>
          <a:fillRef idx="0"/>
          <a:effectRef idx="0"/>
          <a:fontRef idx="minor"/>
        </p:style>
        <p:txBody>
          <a:bodyPr wrap="none" lIns="0" rIns="0" tIns="0" bIns="0" anchor="t">
            <a:noAutofit/>
          </a:bodyPr>
          <a:p>
            <a:pPr>
              <a:lnSpc>
                <a:spcPts val="1250"/>
              </a:lnSpc>
              <a:buNone/>
              <a:tabLst>
                <a:tab algn="l" pos="0"/>
              </a:tabLst>
            </a:pPr>
            <a:r>
              <a:rPr b="1" lang="en-US" sz="1000" spc="-1" strike="noStrike">
                <a:solidFill>
                  <a:srgbClr val="4c4c4d"/>
                </a:solidFill>
                <a:latin typeface="Crimson Pro Semi Bold"/>
                <a:ea typeface="Crimson Pro Semi Bold"/>
              </a:rPr>
              <a:t>Publish Course</a:t>
            </a:r>
            <a:endParaRPr b="0" lang="en-IN" sz="1000" spc="-1" strike="noStrike">
              <a:latin typeface="Arial"/>
            </a:endParaRPr>
          </a:p>
        </p:txBody>
      </p:sp>
      <p:sp>
        <p:nvSpPr>
          <p:cNvPr id="545" name="Text 12"/>
          <p:cNvSpPr/>
          <p:nvPr/>
        </p:nvSpPr>
        <p:spPr>
          <a:xfrm>
            <a:off x="3382560" y="3979800"/>
            <a:ext cx="3803760" cy="123840"/>
          </a:xfrm>
          <a:prstGeom prst="rect">
            <a:avLst/>
          </a:prstGeom>
          <a:noFill/>
          <a:ln w="0">
            <a:noFill/>
          </a:ln>
        </p:spPr>
        <p:style>
          <a:lnRef idx="0"/>
          <a:fillRef idx="0"/>
          <a:effectRef idx="0"/>
          <a:fontRef idx="minor"/>
        </p:style>
        <p:txBody>
          <a:bodyPr wrap="none" lIns="0" rIns="0" tIns="0" bIns="0" anchor="t">
            <a:noAutofit/>
          </a:bodyPr>
          <a:p>
            <a:pPr>
              <a:lnSpc>
                <a:spcPts val="950"/>
              </a:lnSpc>
              <a:buNone/>
              <a:tabLst>
                <a:tab algn="l" pos="0"/>
              </a:tabLst>
            </a:pPr>
            <a:r>
              <a:rPr b="0" lang="en-US" sz="800" spc="-1" strike="noStrike">
                <a:solidFill>
                  <a:srgbClr val="4c4c4d"/>
                </a:solidFill>
                <a:latin typeface="Heebo"/>
                <a:ea typeface="Heebo"/>
              </a:rPr>
              <a:t>Status changes DRAFT → PUBLISHED</a:t>
            </a:r>
            <a:endParaRPr b="0" lang="en-IN" sz="800" spc="-1" strike="noStrike">
              <a:latin typeface="Arial"/>
            </a:endParaRPr>
          </a:p>
        </p:txBody>
      </p:sp>
      <p:pic>
        <p:nvPicPr>
          <p:cNvPr id="546" name="Image 5" descr="preencoded.png"/>
          <p:cNvPicPr/>
          <p:nvPr/>
        </p:nvPicPr>
        <p:blipFill>
          <a:blip r:embed="rId6"/>
          <a:stretch/>
        </p:blipFill>
        <p:spPr>
          <a:xfrm>
            <a:off x="7341480" y="3275280"/>
            <a:ext cx="4008240" cy="1142640"/>
          </a:xfrm>
          <a:prstGeom prst="rect">
            <a:avLst/>
          </a:prstGeom>
          <a:ln w="0">
            <a:noFill/>
          </a:ln>
        </p:spPr>
      </p:pic>
      <p:sp>
        <p:nvSpPr>
          <p:cNvPr id="547" name="Text 13"/>
          <p:cNvSpPr/>
          <p:nvPr/>
        </p:nvSpPr>
        <p:spPr>
          <a:xfrm>
            <a:off x="7443720" y="3634920"/>
            <a:ext cx="1278720" cy="159480"/>
          </a:xfrm>
          <a:prstGeom prst="rect">
            <a:avLst/>
          </a:prstGeom>
          <a:noFill/>
          <a:ln w="0">
            <a:noFill/>
          </a:ln>
        </p:spPr>
        <p:style>
          <a:lnRef idx="0"/>
          <a:fillRef idx="0"/>
          <a:effectRef idx="0"/>
          <a:fontRef idx="minor"/>
        </p:style>
        <p:txBody>
          <a:bodyPr wrap="none" lIns="0" rIns="0" tIns="0" bIns="0" anchor="t">
            <a:noAutofit/>
          </a:bodyPr>
          <a:p>
            <a:pPr>
              <a:lnSpc>
                <a:spcPts val="1250"/>
              </a:lnSpc>
              <a:buNone/>
              <a:tabLst>
                <a:tab algn="l" pos="0"/>
              </a:tabLst>
            </a:pPr>
            <a:r>
              <a:rPr b="1" lang="en-US" sz="1000" spc="-1" strike="noStrike">
                <a:solidFill>
                  <a:srgbClr val="4c4c4d"/>
                </a:solidFill>
                <a:latin typeface="Crimson Pro Semi Bold"/>
                <a:ea typeface="Crimson Pro Semi Bold"/>
              </a:rPr>
              <a:t>Monitor Students</a:t>
            </a:r>
            <a:endParaRPr b="0" lang="en-IN" sz="1000" spc="-1" strike="noStrike">
              <a:latin typeface="Arial"/>
            </a:endParaRPr>
          </a:p>
        </p:txBody>
      </p:sp>
      <p:sp>
        <p:nvSpPr>
          <p:cNvPr id="548" name="Text 14"/>
          <p:cNvSpPr/>
          <p:nvPr/>
        </p:nvSpPr>
        <p:spPr>
          <a:xfrm>
            <a:off x="7443720" y="3826440"/>
            <a:ext cx="3803760" cy="123840"/>
          </a:xfrm>
          <a:prstGeom prst="rect">
            <a:avLst/>
          </a:prstGeom>
          <a:noFill/>
          <a:ln w="0">
            <a:noFill/>
          </a:ln>
        </p:spPr>
        <p:style>
          <a:lnRef idx="0"/>
          <a:fillRef idx="0"/>
          <a:effectRef idx="0"/>
          <a:fontRef idx="minor"/>
        </p:style>
        <p:txBody>
          <a:bodyPr wrap="none" lIns="0" rIns="0" tIns="0" bIns="0" anchor="t">
            <a:noAutofit/>
          </a:bodyPr>
          <a:p>
            <a:pPr>
              <a:lnSpc>
                <a:spcPts val="950"/>
              </a:lnSpc>
              <a:buNone/>
              <a:tabLst>
                <a:tab algn="l" pos="0"/>
              </a:tabLst>
            </a:pPr>
            <a:r>
              <a:rPr b="0" lang="en-US" sz="800" spc="-1" strike="noStrike">
                <a:solidFill>
                  <a:srgbClr val="4c4c4d"/>
                </a:solidFill>
                <a:latin typeface="Heebo"/>
                <a:ea typeface="Heebo"/>
              </a:rPr>
              <a:t>View progress %, quiz scores, weak topics per student</a:t>
            </a:r>
            <a:endParaRPr b="0" lang="en-IN" sz="800" spc="-1" strike="noStrike">
              <a:latin typeface="Arial"/>
            </a:endParaRPr>
          </a:p>
        </p:txBody>
      </p:sp>
      <p:sp>
        <p:nvSpPr>
          <p:cNvPr id="549" name="Text 15"/>
          <p:cNvSpPr/>
          <p:nvPr/>
        </p:nvSpPr>
        <p:spPr>
          <a:xfrm>
            <a:off x="3280320" y="4265280"/>
            <a:ext cx="8069760" cy="123840"/>
          </a:xfrm>
          <a:prstGeom prst="rect">
            <a:avLst/>
          </a:prstGeom>
          <a:noFill/>
          <a:ln w="0">
            <a:noFill/>
          </a:ln>
        </p:spPr>
        <p:style>
          <a:lnRef idx="0"/>
          <a:fillRef idx="0"/>
          <a:effectRef idx="0"/>
          <a:fontRef idx="minor"/>
        </p:style>
        <p:txBody>
          <a:bodyPr wrap="none" lIns="0" rIns="0" tIns="0" bIns="0" anchor="t">
            <a:noAutofit/>
          </a:bodyPr>
          <a:p>
            <a:pPr>
              <a:lnSpc>
                <a:spcPts val="950"/>
              </a:lnSpc>
              <a:buNone/>
              <a:tabLst>
                <a:tab algn="l" pos="0"/>
              </a:tabLst>
            </a:pPr>
            <a:r>
              <a:rPr b="1" lang="en-US" sz="800" spc="-1" strike="noStrike">
                <a:solidFill>
                  <a:srgbClr val="4c4c4d"/>
                </a:solidFill>
                <a:latin typeface="Heebo"/>
                <a:ea typeface="Heebo"/>
              </a:rPr>
              <a:t>Teacher Course Management Flow</a:t>
            </a:r>
            <a:endParaRPr b="0" lang="en-IN" sz="800" spc="-1" strike="noStrike">
              <a:latin typeface="Arial"/>
            </a:endParaRPr>
          </a:p>
        </p:txBody>
      </p:sp>
      <p:pic>
        <p:nvPicPr>
          <p:cNvPr id="550" name="Image 6" descr="preencoded.png"/>
          <p:cNvPicPr/>
          <p:nvPr/>
        </p:nvPicPr>
        <p:blipFill>
          <a:blip r:embed="rId7"/>
          <a:stretch/>
        </p:blipFill>
        <p:spPr>
          <a:xfrm>
            <a:off x="3280320" y="4602240"/>
            <a:ext cx="4008240" cy="1142640"/>
          </a:xfrm>
          <a:prstGeom prst="rect">
            <a:avLst/>
          </a:prstGeom>
          <a:ln w="0">
            <a:noFill/>
          </a:ln>
        </p:spPr>
      </p:pic>
      <p:sp>
        <p:nvSpPr>
          <p:cNvPr id="551" name="Text 16"/>
          <p:cNvSpPr/>
          <p:nvPr/>
        </p:nvSpPr>
        <p:spPr>
          <a:xfrm>
            <a:off x="3382560" y="4961880"/>
            <a:ext cx="1278720" cy="159480"/>
          </a:xfrm>
          <a:prstGeom prst="rect">
            <a:avLst/>
          </a:prstGeom>
          <a:noFill/>
          <a:ln w="0">
            <a:noFill/>
          </a:ln>
        </p:spPr>
        <p:style>
          <a:lnRef idx="0"/>
          <a:fillRef idx="0"/>
          <a:effectRef idx="0"/>
          <a:fontRef idx="minor"/>
        </p:style>
        <p:txBody>
          <a:bodyPr wrap="none" lIns="0" rIns="0" tIns="0" bIns="0" anchor="t">
            <a:noAutofit/>
          </a:bodyPr>
          <a:p>
            <a:pPr>
              <a:lnSpc>
                <a:spcPts val="1250"/>
              </a:lnSpc>
              <a:buNone/>
              <a:tabLst>
                <a:tab algn="l" pos="0"/>
              </a:tabLst>
            </a:pPr>
            <a:r>
              <a:rPr b="1" lang="en-US" sz="1000" spc="-1" strike="noStrike">
                <a:solidFill>
                  <a:srgbClr val="4c4c4d"/>
                </a:solidFill>
                <a:latin typeface="Crimson Pro Semi Bold"/>
                <a:ea typeface="Crimson Pro Semi Bold"/>
              </a:rPr>
              <a:t>Register / Login</a:t>
            </a:r>
            <a:endParaRPr b="0" lang="en-IN" sz="1000" spc="-1" strike="noStrike">
              <a:latin typeface="Arial"/>
            </a:endParaRPr>
          </a:p>
        </p:txBody>
      </p:sp>
      <p:sp>
        <p:nvSpPr>
          <p:cNvPr id="552" name="Text 17"/>
          <p:cNvSpPr/>
          <p:nvPr/>
        </p:nvSpPr>
        <p:spPr>
          <a:xfrm>
            <a:off x="3382560" y="5153400"/>
            <a:ext cx="3803760" cy="123840"/>
          </a:xfrm>
          <a:prstGeom prst="rect">
            <a:avLst/>
          </a:prstGeom>
          <a:noFill/>
          <a:ln w="0">
            <a:noFill/>
          </a:ln>
        </p:spPr>
        <p:style>
          <a:lnRef idx="0"/>
          <a:fillRef idx="0"/>
          <a:effectRef idx="0"/>
          <a:fontRef idx="minor"/>
        </p:style>
        <p:txBody>
          <a:bodyPr wrap="none" lIns="0" rIns="0" tIns="0" bIns="0" anchor="t">
            <a:noAutofit/>
          </a:bodyPr>
          <a:p>
            <a:pPr>
              <a:lnSpc>
                <a:spcPts val="950"/>
              </a:lnSpc>
              <a:buNone/>
              <a:tabLst>
                <a:tab algn="l" pos="0"/>
              </a:tabLst>
            </a:pPr>
            <a:r>
              <a:rPr b="0" lang="en-US" sz="800" spc="-1" strike="noStrike">
                <a:solidFill>
                  <a:srgbClr val="4c4c4d"/>
                </a:solidFill>
                <a:latin typeface="Heebo"/>
                <a:ea typeface="Heebo"/>
              </a:rPr>
              <a:t>STUDENT role, JWT token issued</a:t>
            </a:r>
            <a:endParaRPr b="0" lang="en-IN" sz="800" spc="-1" strike="noStrike">
              <a:latin typeface="Arial"/>
            </a:endParaRPr>
          </a:p>
        </p:txBody>
      </p:sp>
      <p:pic>
        <p:nvPicPr>
          <p:cNvPr id="553" name="Image 7" descr="preencoded.png"/>
          <p:cNvPicPr/>
          <p:nvPr/>
        </p:nvPicPr>
        <p:blipFill>
          <a:blip r:embed="rId8"/>
          <a:stretch/>
        </p:blipFill>
        <p:spPr>
          <a:xfrm>
            <a:off x="7341480" y="4448880"/>
            <a:ext cx="4008240" cy="1142640"/>
          </a:xfrm>
          <a:prstGeom prst="rect">
            <a:avLst/>
          </a:prstGeom>
          <a:ln w="0">
            <a:noFill/>
          </a:ln>
        </p:spPr>
      </p:pic>
      <p:sp>
        <p:nvSpPr>
          <p:cNvPr id="554" name="Text 18"/>
          <p:cNvSpPr/>
          <p:nvPr/>
        </p:nvSpPr>
        <p:spPr>
          <a:xfrm>
            <a:off x="7443720" y="4808520"/>
            <a:ext cx="1278720" cy="159480"/>
          </a:xfrm>
          <a:prstGeom prst="rect">
            <a:avLst/>
          </a:prstGeom>
          <a:noFill/>
          <a:ln w="0">
            <a:noFill/>
          </a:ln>
        </p:spPr>
        <p:style>
          <a:lnRef idx="0"/>
          <a:fillRef idx="0"/>
          <a:effectRef idx="0"/>
          <a:fontRef idx="minor"/>
        </p:style>
        <p:txBody>
          <a:bodyPr wrap="none" lIns="0" rIns="0" tIns="0" bIns="0" anchor="t">
            <a:noAutofit/>
          </a:bodyPr>
          <a:p>
            <a:pPr>
              <a:lnSpc>
                <a:spcPts val="1250"/>
              </a:lnSpc>
              <a:buNone/>
              <a:tabLst>
                <a:tab algn="l" pos="0"/>
              </a:tabLst>
            </a:pPr>
            <a:r>
              <a:rPr b="1" lang="en-US" sz="1000" spc="-1" strike="noStrike">
                <a:solidFill>
                  <a:srgbClr val="4c4c4d"/>
                </a:solidFill>
                <a:latin typeface="Crimson Pro Semi Bold"/>
                <a:ea typeface="Crimson Pro Semi Bold"/>
              </a:rPr>
              <a:t>Browse &amp; Enrol</a:t>
            </a:r>
            <a:endParaRPr b="0" lang="en-IN" sz="1000" spc="-1" strike="noStrike">
              <a:latin typeface="Arial"/>
            </a:endParaRPr>
          </a:p>
        </p:txBody>
      </p:sp>
      <p:sp>
        <p:nvSpPr>
          <p:cNvPr id="555" name="Text 19"/>
          <p:cNvSpPr/>
          <p:nvPr/>
        </p:nvSpPr>
        <p:spPr>
          <a:xfrm>
            <a:off x="7443720" y="4999680"/>
            <a:ext cx="3803760" cy="123840"/>
          </a:xfrm>
          <a:prstGeom prst="rect">
            <a:avLst/>
          </a:prstGeom>
          <a:noFill/>
          <a:ln w="0">
            <a:noFill/>
          </a:ln>
        </p:spPr>
        <p:style>
          <a:lnRef idx="0"/>
          <a:fillRef idx="0"/>
          <a:effectRef idx="0"/>
          <a:fontRef idx="minor"/>
        </p:style>
        <p:txBody>
          <a:bodyPr wrap="none" lIns="0" rIns="0" tIns="0" bIns="0" anchor="t">
            <a:noAutofit/>
          </a:bodyPr>
          <a:p>
            <a:pPr>
              <a:lnSpc>
                <a:spcPts val="950"/>
              </a:lnSpc>
              <a:buNone/>
              <a:tabLst>
                <a:tab algn="l" pos="0"/>
              </a:tabLst>
            </a:pPr>
            <a:r>
              <a:rPr b="0" lang="en-US" sz="800" spc="-1" strike="noStrike">
                <a:solidFill>
                  <a:srgbClr val="4c4c4d"/>
                </a:solidFill>
                <a:latin typeface="Heebo"/>
                <a:ea typeface="Heebo"/>
              </a:rPr>
              <a:t>Search courses, one-click enrolment, confirmation email sent</a:t>
            </a:r>
            <a:endParaRPr b="0" lang="en-IN" sz="800" spc="-1" strike="noStrike">
              <a:latin typeface="Arial"/>
            </a:endParaRPr>
          </a:p>
        </p:txBody>
      </p:sp>
      <p:pic>
        <p:nvPicPr>
          <p:cNvPr id="556" name="Image 8" descr="preencoded.png"/>
          <p:cNvPicPr/>
          <p:nvPr/>
        </p:nvPicPr>
        <p:blipFill>
          <a:blip r:embed="rId9"/>
          <a:stretch/>
        </p:blipFill>
        <p:spPr>
          <a:xfrm>
            <a:off x="3280320" y="5585760"/>
            <a:ext cx="4008240" cy="1142640"/>
          </a:xfrm>
          <a:prstGeom prst="rect">
            <a:avLst/>
          </a:prstGeom>
          <a:ln w="0">
            <a:noFill/>
          </a:ln>
        </p:spPr>
      </p:pic>
      <p:sp>
        <p:nvSpPr>
          <p:cNvPr id="557" name="Text 20"/>
          <p:cNvSpPr/>
          <p:nvPr/>
        </p:nvSpPr>
        <p:spPr>
          <a:xfrm>
            <a:off x="3382560" y="5945400"/>
            <a:ext cx="1278720" cy="159480"/>
          </a:xfrm>
          <a:prstGeom prst="rect">
            <a:avLst/>
          </a:prstGeom>
          <a:noFill/>
          <a:ln w="0">
            <a:noFill/>
          </a:ln>
        </p:spPr>
        <p:style>
          <a:lnRef idx="0"/>
          <a:fillRef idx="0"/>
          <a:effectRef idx="0"/>
          <a:fontRef idx="minor"/>
        </p:style>
        <p:txBody>
          <a:bodyPr wrap="none" lIns="0" rIns="0" tIns="0" bIns="0" anchor="t">
            <a:noAutofit/>
          </a:bodyPr>
          <a:p>
            <a:pPr>
              <a:lnSpc>
                <a:spcPts val="1250"/>
              </a:lnSpc>
              <a:buNone/>
              <a:tabLst>
                <a:tab algn="l" pos="0"/>
              </a:tabLst>
            </a:pPr>
            <a:r>
              <a:rPr b="1" lang="en-US" sz="1000" spc="-1" strike="noStrike">
                <a:solidFill>
                  <a:srgbClr val="4c4c4d"/>
                </a:solidFill>
                <a:latin typeface="Crimson Pro Semi Bold"/>
                <a:ea typeface="Crimson Pro Semi Bold"/>
              </a:rPr>
              <a:t>Watch Lessons</a:t>
            </a:r>
            <a:endParaRPr b="0" lang="en-IN" sz="1000" spc="-1" strike="noStrike">
              <a:latin typeface="Arial"/>
            </a:endParaRPr>
          </a:p>
        </p:txBody>
      </p:sp>
      <p:sp>
        <p:nvSpPr>
          <p:cNvPr id="558" name="Text 21"/>
          <p:cNvSpPr/>
          <p:nvPr/>
        </p:nvSpPr>
        <p:spPr>
          <a:xfrm>
            <a:off x="3382560" y="6136920"/>
            <a:ext cx="3803760" cy="123840"/>
          </a:xfrm>
          <a:prstGeom prst="rect">
            <a:avLst/>
          </a:prstGeom>
          <a:noFill/>
          <a:ln w="0">
            <a:noFill/>
          </a:ln>
        </p:spPr>
        <p:style>
          <a:lnRef idx="0"/>
          <a:fillRef idx="0"/>
          <a:effectRef idx="0"/>
          <a:fontRef idx="minor"/>
        </p:style>
        <p:txBody>
          <a:bodyPr wrap="none" lIns="0" rIns="0" tIns="0" bIns="0" anchor="t">
            <a:noAutofit/>
          </a:bodyPr>
          <a:p>
            <a:pPr>
              <a:lnSpc>
                <a:spcPts val="950"/>
              </a:lnSpc>
              <a:buNone/>
              <a:tabLst>
                <a:tab algn="l" pos="0"/>
              </a:tabLst>
            </a:pPr>
            <a:r>
              <a:rPr b="0" lang="en-US" sz="800" spc="-1" strike="noStrike">
                <a:solidFill>
                  <a:srgbClr val="4c4c4d"/>
                </a:solidFill>
                <a:latin typeface="Heebo"/>
                <a:ea typeface="Heebo"/>
              </a:rPr>
              <a:t>HTTP Range video streaming with seek/pause/resume</a:t>
            </a:r>
            <a:endParaRPr b="0" lang="en-IN" sz="800" spc="-1" strike="noStrike">
              <a:latin typeface="Arial"/>
            </a:endParaRPr>
          </a:p>
        </p:txBody>
      </p:sp>
      <p:pic>
        <p:nvPicPr>
          <p:cNvPr id="559" name="Image 9" descr="preencoded.png"/>
          <p:cNvPicPr/>
          <p:nvPr/>
        </p:nvPicPr>
        <p:blipFill>
          <a:blip r:embed="rId10"/>
          <a:stretch/>
        </p:blipFill>
        <p:spPr>
          <a:xfrm>
            <a:off x="7341480" y="5432400"/>
            <a:ext cx="4008240" cy="1142640"/>
          </a:xfrm>
          <a:prstGeom prst="rect">
            <a:avLst/>
          </a:prstGeom>
          <a:ln w="0">
            <a:noFill/>
          </a:ln>
        </p:spPr>
      </p:pic>
      <p:sp>
        <p:nvSpPr>
          <p:cNvPr id="560" name="Text 22"/>
          <p:cNvSpPr/>
          <p:nvPr/>
        </p:nvSpPr>
        <p:spPr>
          <a:xfrm>
            <a:off x="7443720" y="5792040"/>
            <a:ext cx="1278720" cy="159480"/>
          </a:xfrm>
          <a:prstGeom prst="rect">
            <a:avLst/>
          </a:prstGeom>
          <a:noFill/>
          <a:ln w="0">
            <a:noFill/>
          </a:ln>
        </p:spPr>
        <p:style>
          <a:lnRef idx="0"/>
          <a:fillRef idx="0"/>
          <a:effectRef idx="0"/>
          <a:fontRef idx="minor"/>
        </p:style>
        <p:txBody>
          <a:bodyPr wrap="none" lIns="0" rIns="0" tIns="0" bIns="0" anchor="t">
            <a:noAutofit/>
          </a:bodyPr>
          <a:p>
            <a:pPr>
              <a:lnSpc>
                <a:spcPts val="1250"/>
              </a:lnSpc>
              <a:buNone/>
              <a:tabLst>
                <a:tab algn="l" pos="0"/>
              </a:tabLst>
            </a:pPr>
            <a:r>
              <a:rPr b="1" lang="en-US" sz="1000" spc="-1" strike="noStrike">
                <a:solidFill>
                  <a:srgbClr val="4c4c4d"/>
                </a:solidFill>
                <a:latin typeface="Crimson Pro Semi Bold"/>
                <a:ea typeface="Crimson Pro Semi Bold"/>
              </a:rPr>
              <a:t>Take AI Quiz</a:t>
            </a:r>
            <a:endParaRPr b="0" lang="en-IN" sz="1000" spc="-1" strike="noStrike">
              <a:latin typeface="Arial"/>
            </a:endParaRPr>
          </a:p>
        </p:txBody>
      </p:sp>
      <p:sp>
        <p:nvSpPr>
          <p:cNvPr id="561" name="Text 23"/>
          <p:cNvSpPr/>
          <p:nvPr/>
        </p:nvSpPr>
        <p:spPr>
          <a:xfrm>
            <a:off x="7443720" y="5983200"/>
            <a:ext cx="3803760" cy="123840"/>
          </a:xfrm>
          <a:prstGeom prst="rect">
            <a:avLst/>
          </a:prstGeom>
          <a:noFill/>
          <a:ln w="0">
            <a:noFill/>
          </a:ln>
        </p:spPr>
        <p:style>
          <a:lnRef idx="0"/>
          <a:fillRef idx="0"/>
          <a:effectRef idx="0"/>
          <a:fontRef idx="minor"/>
        </p:style>
        <p:txBody>
          <a:bodyPr wrap="none" lIns="0" rIns="0" tIns="0" bIns="0" anchor="t">
            <a:noAutofit/>
          </a:bodyPr>
          <a:p>
            <a:pPr>
              <a:lnSpc>
                <a:spcPts val="950"/>
              </a:lnSpc>
              <a:buNone/>
              <a:tabLst>
                <a:tab algn="l" pos="0"/>
              </a:tabLst>
            </a:pPr>
            <a:r>
              <a:rPr b="0" lang="en-US" sz="800" spc="-1" strike="noStrike">
                <a:solidFill>
                  <a:srgbClr val="4c4c4d"/>
                </a:solidFill>
                <a:latin typeface="Heebo"/>
                <a:ea typeface="Heebo"/>
              </a:rPr>
              <a:t>MCQ or short-answer, graded by Gemini instantly</a:t>
            </a:r>
            <a:endParaRPr b="0" lang="en-IN" sz="800" spc="-1" strike="noStrike">
              <a:latin typeface="Arial"/>
            </a:endParaRPr>
          </a:p>
        </p:txBody>
      </p:sp>
      <p:pic>
        <p:nvPicPr>
          <p:cNvPr id="562" name="Image 10" descr="preencoded.png"/>
          <p:cNvPicPr/>
          <p:nvPr/>
        </p:nvPicPr>
        <p:blipFill>
          <a:blip r:embed="rId11"/>
          <a:stretch/>
        </p:blipFill>
        <p:spPr>
          <a:xfrm>
            <a:off x="3280320" y="6569280"/>
            <a:ext cx="4008240" cy="1142640"/>
          </a:xfrm>
          <a:prstGeom prst="rect">
            <a:avLst/>
          </a:prstGeom>
          <a:ln w="0">
            <a:noFill/>
          </a:ln>
        </p:spPr>
      </p:pic>
      <p:sp>
        <p:nvSpPr>
          <p:cNvPr id="563" name="Text 24"/>
          <p:cNvSpPr/>
          <p:nvPr/>
        </p:nvSpPr>
        <p:spPr>
          <a:xfrm>
            <a:off x="3382560" y="6928920"/>
            <a:ext cx="1278720" cy="159480"/>
          </a:xfrm>
          <a:prstGeom prst="rect">
            <a:avLst/>
          </a:prstGeom>
          <a:noFill/>
          <a:ln w="0">
            <a:noFill/>
          </a:ln>
        </p:spPr>
        <p:style>
          <a:lnRef idx="0"/>
          <a:fillRef idx="0"/>
          <a:effectRef idx="0"/>
          <a:fontRef idx="minor"/>
        </p:style>
        <p:txBody>
          <a:bodyPr wrap="none" lIns="0" rIns="0" tIns="0" bIns="0" anchor="t">
            <a:noAutofit/>
          </a:bodyPr>
          <a:p>
            <a:pPr>
              <a:lnSpc>
                <a:spcPts val="1250"/>
              </a:lnSpc>
              <a:buNone/>
              <a:tabLst>
                <a:tab algn="l" pos="0"/>
              </a:tabLst>
            </a:pPr>
            <a:r>
              <a:rPr b="1" lang="en-US" sz="1000" spc="-1" strike="noStrike">
                <a:solidFill>
                  <a:srgbClr val="4c4c4d"/>
                </a:solidFill>
                <a:latin typeface="Crimson Pro Semi Bold"/>
                <a:ea typeface="Crimson Pro Semi Bold"/>
              </a:rPr>
              <a:t>Get Feedback</a:t>
            </a:r>
            <a:endParaRPr b="0" lang="en-IN" sz="1000" spc="-1" strike="noStrike">
              <a:latin typeface="Arial"/>
            </a:endParaRPr>
          </a:p>
        </p:txBody>
      </p:sp>
      <p:sp>
        <p:nvSpPr>
          <p:cNvPr id="564" name="Text 25"/>
          <p:cNvSpPr/>
          <p:nvPr/>
        </p:nvSpPr>
        <p:spPr>
          <a:xfrm>
            <a:off x="3382560" y="7120440"/>
            <a:ext cx="3803760" cy="123840"/>
          </a:xfrm>
          <a:prstGeom prst="rect">
            <a:avLst/>
          </a:prstGeom>
          <a:noFill/>
          <a:ln w="0">
            <a:noFill/>
          </a:ln>
        </p:spPr>
        <p:style>
          <a:lnRef idx="0"/>
          <a:fillRef idx="0"/>
          <a:effectRef idx="0"/>
          <a:fontRef idx="minor"/>
        </p:style>
        <p:txBody>
          <a:bodyPr wrap="none" lIns="0" rIns="0" tIns="0" bIns="0" anchor="t">
            <a:noAutofit/>
          </a:bodyPr>
          <a:p>
            <a:pPr>
              <a:lnSpc>
                <a:spcPts val="950"/>
              </a:lnSpc>
              <a:buNone/>
              <a:tabLst>
                <a:tab algn="l" pos="0"/>
              </a:tabLst>
            </a:pPr>
            <a:r>
              <a:rPr b="0" lang="en-US" sz="800" spc="-1" strike="noStrike">
                <a:solidFill>
                  <a:srgbClr val="4c4c4d"/>
                </a:solidFill>
                <a:latin typeface="Heebo"/>
                <a:ea typeface="Heebo"/>
              </a:rPr>
              <a:t>Score, PASSED/FAILED badge, strong/weak topic breakdown</a:t>
            </a:r>
            <a:endParaRPr b="0" lang="en-IN" sz="800" spc="-1" strike="noStrike">
              <a:latin typeface="Arial"/>
            </a:endParaRPr>
          </a:p>
        </p:txBody>
      </p:sp>
      <p:pic>
        <p:nvPicPr>
          <p:cNvPr id="565" name="Image 11" descr="preencoded.png"/>
          <p:cNvPicPr/>
          <p:nvPr/>
        </p:nvPicPr>
        <p:blipFill>
          <a:blip r:embed="rId12"/>
          <a:stretch/>
        </p:blipFill>
        <p:spPr>
          <a:xfrm>
            <a:off x="7341480" y="6415920"/>
            <a:ext cx="4008240" cy="1142640"/>
          </a:xfrm>
          <a:prstGeom prst="rect">
            <a:avLst/>
          </a:prstGeom>
          <a:ln w="0">
            <a:noFill/>
          </a:ln>
        </p:spPr>
      </p:pic>
      <p:sp>
        <p:nvSpPr>
          <p:cNvPr id="566" name="Text 26"/>
          <p:cNvSpPr/>
          <p:nvPr/>
        </p:nvSpPr>
        <p:spPr>
          <a:xfrm>
            <a:off x="7443720" y="6775560"/>
            <a:ext cx="1278720" cy="159480"/>
          </a:xfrm>
          <a:prstGeom prst="rect">
            <a:avLst/>
          </a:prstGeom>
          <a:noFill/>
          <a:ln w="0">
            <a:noFill/>
          </a:ln>
        </p:spPr>
        <p:style>
          <a:lnRef idx="0"/>
          <a:fillRef idx="0"/>
          <a:effectRef idx="0"/>
          <a:fontRef idx="minor"/>
        </p:style>
        <p:txBody>
          <a:bodyPr wrap="none" lIns="0" rIns="0" tIns="0" bIns="0" anchor="t">
            <a:noAutofit/>
          </a:bodyPr>
          <a:p>
            <a:pPr>
              <a:lnSpc>
                <a:spcPts val="1250"/>
              </a:lnSpc>
              <a:buNone/>
              <a:tabLst>
                <a:tab algn="l" pos="0"/>
              </a:tabLst>
            </a:pPr>
            <a:r>
              <a:rPr b="1" lang="en-US" sz="1000" spc="-1" strike="noStrike">
                <a:solidFill>
                  <a:srgbClr val="4c4c4d"/>
                </a:solidFill>
                <a:latin typeface="Crimson Pro Semi Bold"/>
                <a:ea typeface="Crimson Pro Semi Bold"/>
              </a:rPr>
              <a:t>Track Progress</a:t>
            </a:r>
            <a:endParaRPr b="0" lang="en-IN" sz="1000" spc="-1" strike="noStrike">
              <a:latin typeface="Arial"/>
            </a:endParaRPr>
          </a:p>
        </p:txBody>
      </p:sp>
      <p:sp>
        <p:nvSpPr>
          <p:cNvPr id="567" name="Text 27"/>
          <p:cNvSpPr/>
          <p:nvPr/>
        </p:nvSpPr>
        <p:spPr>
          <a:xfrm>
            <a:off x="7443720" y="6967080"/>
            <a:ext cx="3803760" cy="123840"/>
          </a:xfrm>
          <a:prstGeom prst="rect">
            <a:avLst/>
          </a:prstGeom>
          <a:noFill/>
          <a:ln w="0">
            <a:noFill/>
          </a:ln>
        </p:spPr>
        <p:style>
          <a:lnRef idx="0"/>
          <a:fillRef idx="0"/>
          <a:effectRef idx="0"/>
          <a:fontRef idx="minor"/>
        </p:style>
        <p:txBody>
          <a:bodyPr wrap="none" lIns="0" rIns="0" tIns="0" bIns="0" anchor="t">
            <a:noAutofit/>
          </a:bodyPr>
          <a:p>
            <a:pPr>
              <a:lnSpc>
                <a:spcPts val="950"/>
              </a:lnSpc>
              <a:buNone/>
              <a:tabLst>
                <a:tab algn="l" pos="0"/>
              </a:tabLst>
            </a:pPr>
            <a:r>
              <a:rPr b="0" lang="en-US" sz="800" spc="-1" strike="noStrike">
                <a:solidFill>
                  <a:srgbClr val="4c4c4d"/>
                </a:solidFill>
                <a:latin typeface="Heebo"/>
                <a:ea typeface="Heebo"/>
              </a:rPr>
              <a:t>Dashboard shows completion %, quiz history, performance</a:t>
            </a:r>
            <a:endParaRPr b="0" lang="en-IN" sz="800" spc="-1" strike="noStrike">
              <a:latin typeface="Arial"/>
            </a:endParaRPr>
          </a:p>
        </p:txBody>
      </p:sp>
      <p:sp>
        <p:nvSpPr>
          <p:cNvPr id="568" name="Text 28"/>
          <p:cNvSpPr/>
          <p:nvPr/>
        </p:nvSpPr>
        <p:spPr>
          <a:xfrm>
            <a:off x="3280320" y="7405920"/>
            <a:ext cx="8069760" cy="123840"/>
          </a:xfrm>
          <a:prstGeom prst="rect">
            <a:avLst/>
          </a:prstGeom>
          <a:noFill/>
          <a:ln w="0">
            <a:noFill/>
          </a:ln>
        </p:spPr>
        <p:style>
          <a:lnRef idx="0"/>
          <a:fillRef idx="0"/>
          <a:effectRef idx="0"/>
          <a:fontRef idx="minor"/>
        </p:style>
        <p:txBody>
          <a:bodyPr wrap="none" lIns="0" rIns="0" tIns="0" bIns="0" anchor="t">
            <a:noAutofit/>
          </a:bodyPr>
          <a:p>
            <a:pPr>
              <a:lnSpc>
                <a:spcPts val="950"/>
              </a:lnSpc>
              <a:buNone/>
              <a:tabLst>
                <a:tab algn="l" pos="0"/>
              </a:tabLst>
            </a:pPr>
            <a:r>
              <a:rPr b="1" lang="en-US" sz="800" spc="-1" strike="noStrike">
                <a:solidFill>
                  <a:srgbClr val="4c4c4d"/>
                </a:solidFill>
                <a:latin typeface="Heebo"/>
                <a:ea typeface="Heebo"/>
              </a:rPr>
              <a:t>Student Learning Flow</a:t>
            </a:r>
            <a:endParaRPr b="0" lang="en-IN" sz="800" spc="-1" strike="noStrike">
              <a:latin typeface="Arial"/>
            </a:endParaRPr>
          </a:p>
        </p:txBody>
      </p:sp>
      <p:sp>
        <p:nvSpPr>
          <p:cNvPr id="569" name="Text 29"/>
          <p:cNvSpPr/>
          <p:nvPr/>
        </p:nvSpPr>
        <p:spPr>
          <a:xfrm>
            <a:off x="3280320" y="7589520"/>
            <a:ext cx="8069760" cy="247680"/>
          </a:xfrm>
          <a:prstGeom prst="rect">
            <a:avLst/>
          </a:prstGeom>
          <a:noFill/>
          <a:ln w="0">
            <a:noFill/>
          </a:ln>
        </p:spPr>
        <p:style>
          <a:lnRef idx="0"/>
          <a:fillRef idx="0"/>
          <a:effectRef idx="0"/>
          <a:fontRef idx="minor"/>
        </p:style>
        <p:txBody>
          <a:bodyPr lIns="0" rIns="0" tIns="0" bIns="0" anchor="t">
            <a:noAutofit/>
          </a:bodyPr>
          <a:p>
            <a:pPr>
              <a:lnSpc>
                <a:spcPts val="950"/>
              </a:lnSpc>
              <a:buNone/>
              <a:tabLst>
                <a:tab algn="l" pos="0"/>
              </a:tabLst>
            </a:pPr>
            <a:r>
              <a:rPr b="0" lang="en-US" sz="800" spc="-1" strike="noStrike">
                <a:solidFill>
                  <a:srgbClr val="4c4c4d"/>
                </a:solidFill>
                <a:latin typeface="Heebo"/>
                <a:ea typeface="Heebo"/>
              </a:rPr>
              <a:t>Google Gemini API (2.5 Flash) powers all AI features — quiz generation, answer grading, lesson summarisation, chatbot responses, and full course generation. Background tasks like email delivery run asynchronously via BullMQ on Redis, keeping the API responsive.</a:t>
            </a:r>
            <a:endParaRPr b="0" lang="en-IN" sz="800" spc="-1" strike="noStrike">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0" name="Text 0"/>
          <p:cNvSpPr/>
          <p:nvPr/>
        </p:nvSpPr>
        <p:spPr>
          <a:xfrm>
            <a:off x="1079280" y="487080"/>
            <a:ext cx="8082000" cy="493920"/>
          </a:xfrm>
          <a:prstGeom prst="rect">
            <a:avLst/>
          </a:prstGeom>
          <a:noFill/>
          <a:ln w="0">
            <a:noFill/>
          </a:ln>
        </p:spPr>
        <p:style>
          <a:lnRef idx="0"/>
          <a:fillRef idx="0"/>
          <a:effectRef idx="0"/>
          <a:fontRef idx="minor"/>
        </p:style>
        <p:txBody>
          <a:bodyPr wrap="none" lIns="0" rIns="0" tIns="0" bIns="0" anchor="t">
            <a:noAutofit/>
          </a:bodyPr>
          <a:p>
            <a:pPr>
              <a:lnSpc>
                <a:spcPts val="3849"/>
              </a:lnSpc>
              <a:buNone/>
              <a:tabLst>
                <a:tab algn="l" pos="0"/>
              </a:tabLst>
            </a:pPr>
            <a:r>
              <a:rPr b="0" lang="en-US" sz="3100" spc="-1" strike="noStrike">
                <a:solidFill>
                  <a:srgbClr val="152d47"/>
                </a:solidFill>
                <a:latin typeface="Crimson Pro Semi Bold"/>
                <a:ea typeface="Crimson Pro Semi Bold"/>
              </a:rPr>
              <a:t>Database Design — Entity Relationship Overview</a:t>
            </a:r>
            <a:endParaRPr b="0" lang="en-IN" sz="3100" spc="-1" strike="noStrike">
              <a:latin typeface="Arial"/>
            </a:endParaRPr>
          </a:p>
        </p:txBody>
      </p:sp>
      <p:sp>
        <p:nvSpPr>
          <p:cNvPr id="571" name="Text 1"/>
          <p:cNvSpPr/>
          <p:nvPr/>
        </p:nvSpPr>
        <p:spPr>
          <a:xfrm>
            <a:off x="1079280" y="1233360"/>
            <a:ext cx="12471480" cy="226800"/>
          </a:xfrm>
          <a:prstGeom prst="rect">
            <a:avLst/>
          </a:prstGeom>
          <a:noFill/>
          <a:ln w="0">
            <a:noFill/>
          </a:ln>
        </p:spPr>
        <p:style>
          <a:lnRef idx="0"/>
          <a:fillRef idx="0"/>
          <a:effectRef idx="0"/>
          <a:fontRef idx="minor"/>
        </p:style>
        <p:txBody>
          <a:bodyPr wrap="none" lIns="0" rIns="0" tIns="0" bIns="0" anchor="t">
            <a:noAutofit/>
          </a:bodyPr>
          <a:p>
            <a:pPr>
              <a:lnSpc>
                <a:spcPts val="1749"/>
              </a:lnSpc>
              <a:buNone/>
              <a:tabLst>
                <a:tab algn="l" pos="0"/>
              </a:tabLst>
            </a:pPr>
            <a:r>
              <a:rPr b="0" lang="en-US" sz="1200" spc="-1" strike="noStrike">
                <a:solidFill>
                  <a:srgbClr val="4c4c4d"/>
                </a:solidFill>
                <a:latin typeface="Heebo"/>
                <a:ea typeface="Heebo"/>
              </a:rPr>
              <a:t>The relational schema is implemented in PostgreSQL 16 via Prisma 7 ORM. The following tables form the core data model of the system.</a:t>
            </a:r>
            <a:endParaRPr b="0" lang="en-IN" sz="1200" spc="-1" strike="noStrike">
              <a:latin typeface="Arial"/>
            </a:endParaRPr>
          </a:p>
        </p:txBody>
      </p:sp>
      <p:sp>
        <p:nvSpPr>
          <p:cNvPr id="572" name="Shape 2"/>
          <p:cNvSpPr/>
          <p:nvPr/>
        </p:nvSpPr>
        <p:spPr>
          <a:xfrm>
            <a:off x="1079280" y="1602360"/>
            <a:ext cx="12471480" cy="5770440"/>
          </a:xfrm>
          <a:prstGeom prst="roundRect">
            <a:avLst>
              <a:gd name="adj" fmla="val 411"/>
            </a:avLst>
          </a:prstGeom>
          <a:noFill/>
          <a:ln w="7620">
            <a:solidFill>
              <a:srgbClr val="000000">
                <a:alpha val="8000"/>
              </a:srgbClr>
            </a:solidFill>
            <a:round/>
          </a:ln>
        </p:spPr>
        <p:style>
          <a:lnRef idx="0"/>
          <a:fillRef idx="0"/>
          <a:effectRef idx="0"/>
          <a:fontRef idx="minor"/>
        </p:style>
      </p:sp>
      <p:sp>
        <p:nvSpPr>
          <p:cNvPr id="573" name="Shape 3"/>
          <p:cNvSpPr/>
          <p:nvPr/>
        </p:nvSpPr>
        <p:spPr>
          <a:xfrm>
            <a:off x="1086840" y="1609920"/>
            <a:ext cx="12456360" cy="393480"/>
          </a:xfrm>
          <a:prstGeom prst="rect">
            <a:avLst/>
          </a:prstGeom>
          <a:solidFill>
            <a:srgbClr val="ffffff">
              <a:alpha val="4000"/>
            </a:srgbClr>
          </a:solidFill>
          <a:ln w="0">
            <a:noFill/>
          </a:ln>
        </p:spPr>
        <p:style>
          <a:lnRef idx="0"/>
          <a:fillRef idx="0"/>
          <a:effectRef idx="0"/>
          <a:fontRef idx="minor"/>
        </p:style>
      </p:sp>
      <p:sp>
        <p:nvSpPr>
          <p:cNvPr id="574" name="Text 4"/>
          <p:cNvSpPr/>
          <p:nvPr/>
        </p:nvSpPr>
        <p:spPr>
          <a:xfrm>
            <a:off x="1245240" y="1693440"/>
            <a:ext cx="2793600" cy="226800"/>
          </a:xfrm>
          <a:prstGeom prst="rect">
            <a:avLst/>
          </a:prstGeom>
          <a:noFill/>
          <a:ln w="0">
            <a:noFill/>
          </a:ln>
        </p:spPr>
        <p:style>
          <a:lnRef idx="0"/>
          <a:fillRef idx="0"/>
          <a:effectRef idx="0"/>
          <a:fontRef idx="minor"/>
        </p:style>
        <p:txBody>
          <a:bodyPr wrap="none" lIns="0" rIns="0" tIns="0" bIns="0" anchor="t">
            <a:noAutofit/>
          </a:bodyPr>
          <a:p>
            <a:pPr>
              <a:lnSpc>
                <a:spcPts val="1749"/>
              </a:lnSpc>
              <a:buNone/>
              <a:tabLst>
                <a:tab algn="l" pos="0"/>
              </a:tabLst>
            </a:pPr>
            <a:r>
              <a:rPr b="0" lang="en-US" sz="1200" spc="-1" strike="noStrike">
                <a:solidFill>
                  <a:srgbClr val="4c4c4d"/>
                </a:solidFill>
                <a:latin typeface="Heebo"/>
                <a:ea typeface="Heebo"/>
              </a:rPr>
              <a:t>Table Name</a:t>
            </a:r>
            <a:endParaRPr b="0" lang="en-IN" sz="1200" spc="-1" strike="noStrike">
              <a:latin typeface="Arial"/>
            </a:endParaRPr>
          </a:p>
        </p:txBody>
      </p:sp>
      <p:sp>
        <p:nvSpPr>
          <p:cNvPr id="575" name="Text 5"/>
          <p:cNvSpPr/>
          <p:nvPr/>
        </p:nvSpPr>
        <p:spPr>
          <a:xfrm>
            <a:off x="4363200" y="1693440"/>
            <a:ext cx="2790000" cy="226800"/>
          </a:xfrm>
          <a:prstGeom prst="rect">
            <a:avLst/>
          </a:prstGeom>
          <a:noFill/>
          <a:ln w="0">
            <a:noFill/>
          </a:ln>
        </p:spPr>
        <p:style>
          <a:lnRef idx="0"/>
          <a:fillRef idx="0"/>
          <a:effectRef idx="0"/>
          <a:fontRef idx="minor"/>
        </p:style>
        <p:txBody>
          <a:bodyPr wrap="none" lIns="0" rIns="0" tIns="0" bIns="0" anchor="t">
            <a:noAutofit/>
          </a:bodyPr>
          <a:p>
            <a:pPr>
              <a:lnSpc>
                <a:spcPts val="1749"/>
              </a:lnSpc>
              <a:buNone/>
              <a:tabLst>
                <a:tab algn="l" pos="0"/>
              </a:tabLst>
            </a:pPr>
            <a:r>
              <a:rPr b="0" lang="en-US" sz="1200" spc="-1" strike="noStrike">
                <a:solidFill>
                  <a:srgbClr val="4c4c4d"/>
                </a:solidFill>
                <a:latin typeface="Heebo"/>
                <a:ea typeface="Heebo"/>
              </a:rPr>
              <a:t>Primary Key</a:t>
            </a:r>
            <a:endParaRPr b="0" lang="en-IN" sz="1200" spc="-1" strike="noStrike">
              <a:latin typeface="Arial"/>
            </a:endParaRPr>
          </a:p>
        </p:txBody>
      </p:sp>
      <p:sp>
        <p:nvSpPr>
          <p:cNvPr id="576" name="Text 6"/>
          <p:cNvSpPr/>
          <p:nvPr/>
        </p:nvSpPr>
        <p:spPr>
          <a:xfrm>
            <a:off x="7477200" y="1693440"/>
            <a:ext cx="2790000" cy="226800"/>
          </a:xfrm>
          <a:prstGeom prst="rect">
            <a:avLst/>
          </a:prstGeom>
          <a:noFill/>
          <a:ln w="0">
            <a:noFill/>
          </a:ln>
        </p:spPr>
        <p:style>
          <a:lnRef idx="0"/>
          <a:fillRef idx="0"/>
          <a:effectRef idx="0"/>
          <a:fontRef idx="minor"/>
        </p:style>
        <p:txBody>
          <a:bodyPr wrap="none" lIns="0" rIns="0" tIns="0" bIns="0" anchor="t">
            <a:noAutofit/>
          </a:bodyPr>
          <a:p>
            <a:pPr>
              <a:lnSpc>
                <a:spcPts val="1749"/>
              </a:lnSpc>
              <a:buNone/>
              <a:tabLst>
                <a:tab algn="l" pos="0"/>
              </a:tabLst>
            </a:pPr>
            <a:r>
              <a:rPr b="0" lang="en-US" sz="1200" spc="-1" strike="noStrike">
                <a:solidFill>
                  <a:srgbClr val="4c4c4d"/>
                </a:solidFill>
                <a:latin typeface="Heebo"/>
                <a:ea typeface="Heebo"/>
              </a:rPr>
              <a:t>Key Foreign Keys</a:t>
            </a:r>
            <a:endParaRPr b="0" lang="en-IN" sz="1200" spc="-1" strike="noStrike">
              <a:latin typeface="Arial"/>
            </a:endParaRPr>
          </a:p>
        </p:txBody>
      </p:sp>
      <p:sp>
        <p:nvSpPr>
          <p:cNvPr id="577" name="Text 7"/>
          <p:cNvSpPr/>
          <p:nvPr/>
        </p:nvSpPr>
        <p:spPr>
          <a:xfrm>
            <a:off x="10591200" y="1693440"/>
            <a:ext cx="2793600" cy="226800"/>
          </a:xfrm>
          <a:prstGeom prst="rect">
            <a:avLst/>
          </a:prstGeom>
          <a:noFill/>
          <a:ln w="0">
            <a:noFill/>
          </a:ln>
        </p:spPr>
        <p:style>
          <a:lnRef idx="0"/>
          <a:fillRef idx="0"/>
          <a:effectRef idx="0"/>
          <a:fontRef idx="minor"/>
        </p:style>
        <p:txBody>
          <a:bodyPr wrap="none" lIns="0" rIns="0" tIns="0" bIns="0" anchor="t">
            <a:noAutofit/>
          </a:bodyPr>
          <a:p>
            <a:pPr>
              <a:lnSpc>
                <a:spcPts val="1749"/>
              </a:lnSpc>
              <a:buNone/>
              <a:tabLst>
                <a:tab algn="l" pos="0"/>
              </a:tabLst>
            </a:pPr>
            <a:r>
              <a:rPr b="0" lang="en-US" sz="1200" spc="-1" strike="noStrike">
                <a:solidFill>
                  <a:srgbClr val="4c4c4d"/>
                </a:solidFill>
                <a:latin typeface="Heebo"/>
                <a:ea typeface="Heebo"/>
              </a:rPr>
              <a:t>Purpose</a:t>
            </a:r>
            <a:endParaRPr b="0" lang="en-IN" sz="1200" spc="-1" strike="noStrike">
              <a:latin typeface="Arial"/>
            </a:endParaRPr>
          </a:p>
        </p:txBody>
      </p:sp>
      <p:sp>
        <p:nvSpPr>
          <p:cNvPr id="578" name="Shape 8"/>
          <p:cNvSpPr/>
          <p:nvPr/>
        </p:nvSpPr>
        <p:spPr>
          <a:xfrm>
            <a:off x="1086840" y="2003760"/>
            <a:ext cx="12456360" cy="620640"/>
          </a:xfrm>
          <a:prstGeom prst="rect">
            <a:avLst/>
          </a:prstGeom>
          <a:solidFill>
            <a:srgbClr val="000000">
              <a:alpha val="4000"/>
            </a:srgbClr>
          </a:solidFill>
          <a:ln w="0">
            <a:noFill/>
          </a:ln>
        </p:spPr>
        <p:style>
          <a:lnRef idx="0"/>
          <a:fillRef idx="0"/>
          <a:effectRef idx="0"/>
          <a:fontRef idx="minor"/>
        </p:style>
      </p:sp>
      <p:sp>
        <p:nvSpPr>
          <p:cNvPr id="579" name="Text 9"/>
          <p:cNvSpPr/>
          <p:nvPr/>
        </p:nvSpPr>
        <p:spPr>
          <a:xfrm>
            <a:off x="1245240" y="2086920"/>
            <a:ext cx="2793600" cy="226800"/>
          </a:xfrm>
          <a:prstGeom prst="rect">
            <a:avLst/>
          </a:prstGeom>
          <a:noFill/>
          <a:ln w="0">
            <a:noFill/>
          </a:ln>
        </p:spPr>
        <p:style>
          <a:lnRef idx="0"/>
          <a:fillRef idx="0"/>
          <a:effectRef idx="0"/>
          <a:fontRef idx="minor"/>
        </p:style>
        <p:txBody>
          <a:bodyPr wrap="none" lIns="0" rIns="0" tIns="0" bIns="0" anchor="t">
            <a:noAutofit/>
          </a:bodyPr>
          <a:p>
            <a:pPr>
              <a:lnSpc>
                <a:spcPts val="1749"/>
              </a:lnSpc>
              <a:buNone/>
              <a:tabLst>
                <a:tab algn="l" pos="0"/>
              </a:tabLst>
            </a:pPr>
            <a:r>
              <a:rPr b="0" lang="en-US" sz="1200" spc="-1" strike="noStrike">
                <a:solidFill>
                  <a:srgbClr val="4c4c4d"/>
                </a:solidFill>
                <a:latin typeface="Heebo"/>
                <a:ea typeface="Heebo"/>
              </a:rPr>
              <a:t>User</a:t>
            </a:r>
            <a:endParaRPr b="0" lang="en-IN" sz="1200" spc="-1" strike="noStrike">
              <a:latin typeface="Arial"/>
            </a:endParaRPr>
          </a:p>
        </p:txBody>
      </p:sp>
      <p:sp>
        <p:nvSpPr>
          <p:cNvPr id="580" name="Text 10"/>
          <p:cNvSpPr/>
          <p:nvPr/>
        </p:nvSpPr>
        <p:spPr>
          <a:xfrm>
            <a:off x="4363200" y="2086920"/>
            <a:ext cx="2790000" cy="226800"/>
          </a:xfrm>
          <a:prstGeom prst="rect">
            <a:avLst/>
          </a:prstGeom>
          <a:noFill/>
          <a:ln w="0">
            <a:noFill/>
          </a:ln>
        </p:spPr>
        <p:style>
          <a:lnRef idx="0"/>
          <a:fillRef idx="0"/>
          <a:effectRef idx="0"/>
          <a:fontRef idx="minor"/>
        </p:style>
        <p:txBody>
          <a:bodyPr wrap="none" lIns="0" rIns="0" tIns="0" bIns="0" anchor="t">
            <a:noAutofit/>
          </a:bodyPr>
          <a:p>
            <a:pPr>
              <a:lnSpc>
                <a:spcPts val="1749"/>
              </a:lnSpc>
              <a:buNone/>
              <a:tabLst>
                <a:tab algn="l" pos="0"/>
              </a:tabLst>
            </a:pPr>
            <a:r>
              <a:rPr b="0" lang="en-US" sz="1200" spc="-1" strike="noStrike">
                <a:solidFill>
                  <a:srgbClr val="4c4c4d"/>
                </a:solidFill>
                <a:latin typeface="Heebo"/>
                <a:ea typeface="Heebo"/>
              </a:rPr>
              <a:t>id (int, PK)</a:t>
            </a:r>
            <a:endParaRPr b="0" lang="en-IN" sz="1200" spc="-1" strike="noStrike">
              <a:latin typeface="Arial"/>
            </a:endParaRPr>
          </a:p>
        </p:txBody>
      </p:sp>
      <p:sp>
        <p:nvSpPr>
          <p:cNvPr id="581" name="Text 11"/>
          <p:cNvSpPr/>
          <p:nvPr/>
        </p:nvSpPr>
        <p:spPr>
          <a:xfrm>
            <a:off x="7477200" y="2086920"/>
            <a:ext cx="2790000" cy="226800"/>
          </a:xfrm>
          <a:prstGeom prst="rect">
            <a:avLst/>
          </a:prstGeom>
          <a:noFill/>
          <a:ln w="0">
            <a:noFill/>
          </a:ln>
        </p:spPr>
        <p:style>
          <a:lnRef idx="0"/>
          <a:fillRef idx="0"/>
          <a:effectRef idx="0"/>
          <a:fontRef idx="minor"/>
        </p:style>
        <p:txBody>
          <a:bodyPr wrap="none" lIns="0" rIns="0" tIns="0" bIns="0" anchor="t">
            <a:noAutofit/>
          </a:bodyPr>
          <a:p>
            <a:pPr>
              <a:lnSpc>
                <a:spcPts val="1749"/>
              </a:lnSpc>
              <a:buNone/>
              <a:tabLst>
                <a:tab algn="l" pos="0"/>
              </a:tabLst>
            </a:pPr>
            <a:r>
              <a:rPr b="0" lang="en-US" sz="1200" spc="-1" strike="noStrike">
                <a:solidFill>
                  <a:srgbClr val="4c4c4d"/>
                </a:solidFill>
                <a:latin typeface="Heebo"/>
                <a:ea typeface="Heebo"/>
              </a:rPr>
              <a:t>—</a:t>
            </a:r>
            <a:endParaRPr b="0" lang="en-IN" sz="1200" spc="-1" strike="noStrike">
              <a:latin typeface="Arial"/>
            </a:endParaRPr>
          </a:p>
        </p:txBody>
      </p:sp>
      <p:sp>
        <p:nvSpPr>
          <p:cNvPr id="582" name="Text 12"/>
          <p:cNvSpPr/>
          <p:nvPr/>
        </p:nvSpPr>
        <p:spPr>
          <a:xfrm>
            <a:off x="10591200" y="2086920"/>
            <a:ext cx="2793600" cy="454320"/>
          </a:xfrm>
          <a:prstGeom prst="rect">
            <a:avLst/>
          </a:prstGeom>
          <a:noFill/>
          <a:ln w="0">
            <a:noFill/>
          </a:ln>
        </p:spPr>
        <p:style>
          <a:lnRef idx="0"/>
          <a:fillRef idx="0"/>
          <a:effectRef idx="0"/>
          <a:fontRef idx="minor"/>
        </p:style>
        <p:txBody>
          <a:bodyPr lIns="0" rIns="0" tIns="0" bIns="0" anchor="t">
            <a:noAutofit/>
          </a:bodyPr>
          <a:p>
            <a:pPr>
              <a:lnSpc>
                <a:spcPts val="1749"/>
              </a:lnSpc>
              <a:buNone/>
              <a:tabLst>
                <a:tab algn="l" pos="0"/>
              </a:tabLst>
            </a:pPr>
            <a:r>
              <a:rPr b="0" lang="en-US" sz="1200" spc="-1" strike="noStrike">
                <a:solidFill>
                  <a:srgbClr val="4c4c4d"/>
                </a:solidFill>
                <a:latin typeface="Heebo"/>
                <a:ea typeface="Heebo"/>
              </a:rPr>
              <a:t>Stores teacher and student accounts with role enum</a:t>
            </a:r>
            <a:endParaRPr b="0" lang="en-IN" sz="1200" spc="-1" strike="noStrike">
              <a:latin typeface="Arial"/>
            </a:endParaRPr>
          </a:p>
        </p:txBody>
      </p:sp>
      <p:sp>
        <p:nvSpPr>
          <p:cNvPr id="583" name="Shape 13"/>
          <p:cNvSpPr/>
          <p:nvPr/>
        </p:nvSpPr>
        <p:spPr>
          <a:xfrm>
            <a:off x="1086840" y="2624760"/>
            <a:ext cx="12456360" cy="620640"/>
          </a:xfrm>
          <a:prstGeom prst="rect">
            <a:avLst/>
          </a:prstGeom>
          <a:solidFill>
            <a:srgbClr val="ffffff">
              <a:alpha val="4000"/>
            </a:srgbClr>
          </a:solidFill>
          <a:ln w="0">
            <a:noFill/>
          </a:ln>
        </p:spPr>
        <p:style>
          <a:lnRef idx="0"/>
          <a:fillRef idx="0"/>
          <a:effectRef idx="0"/>
          <a:fontRef idx="minor"/>
        </p:style>
      </p:sp>
      <p:sp>
        <p:nvSpPr>
          <p:cNvPr id="584" name="Text 14"/>
          <p:cNvSpPr/>
          <p:nvPr/>
        </p:nvSpPr>
        <p:spPr>
          <a:xfrm>
            <a:off x="1245240" y="2707920"/>
            <a:ext cx="2793600" cy="226800"/>
          </a:xfrm>
          <a:prstGeom prst="rect">
            <a:avLst/>
          </a:prstGeom>
          <a:noFill/>
          <a:ln w="0">
            <a:noFill/>
          </a:ln>
        </p:spPr>
        <p:style>
          <a:lnRef idx="0"/>
          <a:fillRef idx="0"/>
          <a:effectRef idx="0"/>
          <a:fontRef idx="minor"/>
        </p:style>
        <p:txBody>
          <a:bodyPr wrap="none" lIns="0" rIns="0" tIns="0" bIns="0" anchor="t">
            <a:noAutofit/>
          </a:bodyPr>
          <a:p>
            <a:pPr>
              <a:lnSpc>
                <a:spcPts val="1749"/>
              </a:lnSpc>
              <a:buNone/>
              <a:tabLst>
                <a:tab algn="l" pos="0"/>
              </a:tabLst>
            </a:pPr>
            <a:r>
              <a:rPr b="0" lang="en-US" sz="1200" spc="-1" strike="noStrike">
                <a:solidFill>
                  <a:srgbClr val="4c4c4d"/>
                </a:solidFill>
                <a:latin typeface="Heebo"/>
                <a:ea typeface="Heebo"/>
              </a:rPr>
              <a:t>Course</a:t>
            </a:r>
            <a:endParaRPr b="0" lang="en-IN" sz="1200" spc="-1" strike="noStrike">
              <a:latin typeface="Arial"/>
            </a:endParaRPr>
          </a:p>
        </p:txBody>
      </p:sp>
      <p:sp>
        <p:nvSpPr>
          <p:cNvPr id="585" name="Text 15"/>
          <p:cNvSpPr/>
          <p:nvPr/>
        </p:nvSpPr>
        <p:spPr>
          <a:xfrm>
            <a:off x="4363200" y="2707920"/>
            <a:ext cx="2790000" cy="226800"/>
          </a:xfrm>
          <a:prstGeom prst="rect">
            <a:avLst/>
          </a:prstGeom>
          <a:noFill/>
          <a:ln w="0">
            <a:noFill/>
          </a:ln>
        </p:spPr>
        <p:style>
          <a:lnRef idx="0"/>
          <a:fillRef idx="0"/>
          <a:effectRef idx="0"/>
          <a:fontRef idx="minor"/>
        </p:style>
        <p:txBody>
          <a:bodyPr wrap="none" lIns="0" rIns="0" tIns="0" bIns="0" anchor="t">
            <a:noAutofit/>
          </a:bodyPr>
          <a:p>
            <a:pPr>
              <a:lnSpc>
                <a:spcPts val="1749"/>
              </a:lnSpc>
              <a:buNone/>
              <a:tabLst>
                <a:tab algn="l" pos="0"/>
              </a:tabLst>
            </a:pPr>
            <a:r>
              <a:rPr b="0" lang="en-US" sz="1200" spc="-1" strike="noStrike">
                <a:solidFill>
                  <a:srgbClr val="4c4c4d"/>
                </a:solidFill>
                <a:latin typeface="Heebo"/>
                <a:ea typeface="Heebo"/>
              </a:rPr>
              <a:t>id (int, PK)</a:t>
            </a:r>
            <a:endParaRPr b="0" lang="en-IN" sz="1200" spc="-1" strike="noStrike">
              <a:latin typeface="Arial"/>
            </a:endParaRPr>
          </a:p>
        </p:txBody>
      </p:sp>
      <p:sp>
        <p:nvSpPr>
          <p:cNvPr id="586" name="Text 16"/>
          <p:cNvSpPr/>
          <p:nvPr/>
        </p:nvSpPr>
        <p:spPr>
          <a:xfrm>
            <a:off x="7477200" y="2707920"/>
            <a:ext cx="2790000" cy="226800"/>
          </a:xfrm>
          <a:prstGeom prst="rect">
            <a:avLst/>
          </a:prstGeom>
          <a:noFill/>
          <a:ln w="0">
            <a:noFill/>
          </a:ln>
        </p:spPr>
        <p:style>
          <a:lnRef idx="0"/>
          <a:fillRef idx="0"/>
          <a:effectRef idx="0"/>
          <a:fontRef idx="minor"/>
        </p:style>
        <p:txBody>
          <a:bodyPr wrap="none" lIns="0" rIns="0" tIns="0" bIns="0" anchor="t">
            <a:noAutofit/>
          </a:bodyPr>
          <a:p>
            <a:pPr>
              <a:lnSpc>
                <a:spcPts val="1749"/>
              </a:lnSpc>
              <a:buNone/>
              <a:tabLst>
                <a:tab algn="l" pos="0"/>
              </a:tabLst>
            </a:pPr>
            <a:r>
              <a:rPr b="0" lang="en-US" sz="1200" spc="-1" strike="noStrike">
                <a:solidFill>
                  <a:srgbClr val="4c4c4d"/>
                </a:solidFill>
                <a:latin typeface="Heebo"/>
                <a:ea typeface="Heebo"/>
              </a:rPr>
              <a:t>teacher_id → User</a:t>
            </a:r>
            <a:endParaRPr b="0" lang="en-IN" sz="1200" spc="-1" strike="noStrike">
              <a:latin typeface="Arial"/>
            </a:endParaRPr>
          </a:p>
        </p:txBody>
      </p:sp>
      <p:sp>
        <p:nvSpPr>
          <p:cNvPr id="587" name="Text 17"/>
          <p:cNvSpPr/>
          <p:nvPr/>
        </p:nvSpPr>
        <p:spPr>
          <a:xfrm>
            <a:off x="10591200" y="2707920"/>
            <a:ext cx="2793600" cy="454320"/>
          </a:xfrm>
          <a:prstGeom prst="rect">
            <a:avLst/>
          </a:prstGeom>
          <a:noFill/>
          <a:ln w="0">
            <a:noFill/>
          </a:ln>
        </p:spPr>
        <p:style>
          <a:lnRef idx="0"/>
          <a:fillRef idx="0"/>
          <a:effectRef idx="0"/>
          <a:fontRef idx="minor"/>
        </p:style>
        <p:txBody>
          <a:bodyPr lIns="0" rIns="0" tIns="0" bIns="0" anchor="t">
            <a:noAutofit/>
          </a:bodyPr>
          <a:p>
            <a:pPr>
              <a:lnSpc>
                <a:spcPts val="1749"/>
              </a:lnSpc>
              <a:buNone/>
              <a:tabLst>
                <a:tab algn="l" pos="0"/>
              </a:tabLst>
            </a:pPr>
            <a:r>
              <a:rPr b="0" lang="en-US" sz="1200" spc="-1" strike="noStrike">
                <a:solidFill>
                  <a:srgbClr val="4c4c4d"/>
                </a:solidFill>
                <a:latin typeface="Heebo"/>
                <a:ea typeface="Heebo"/>
              </a:rPr>
              <a:t>Course metadata, status (DRAFT/PUBLISHED/ARCHIVED)</a:t>
            </a:r>
            <a:endParaRPr b="0" lang="en-IN" sz="1200" spc="-1" strike="noStrike">
              <a:latin typeface="Arial"/>
            </a:endParaRPr>
          </a:p>
        </p:txBody>
      </p:sp>
      <p:sp>
        <p:nvSpPr>
          <p:cNvPr id="588" name="Shape 18"/>
          <p:cNvSpPr/>
          <p:nvPr/>
        </p:nvSpPr>
        <p:spPr>
          <a:xfrm>
            <a:off x="1086840" y="3245760"/>
            <a:ext cx="12456360" cy="620640"/>
          </a:xfrm>
          <a:prstGeom prst="rect">
            <a:avLst/>
          </a:prstGeom>
          <a:solidFill>
            <a:srgbClr val="000000">
              <a:alpha val="4000"/>
            </a:srgbClr>
          </a:solidFill>
          <a:ln w="0">
            <a:noFill/>
          </a:ln>
        </p:spPr>
        <p:style>
          <a:lnRef idx="0"/>
          <a:fillRef idx="0"/>
          <a:effectRef idx="0"/>
          <a:fontRef idx="minor"/>
        </p:style>
      </p:sp>
      <p:sp>
        <p:nvSpPr>
          <p:cNvPr id="589" name="Text 19"/>
          <p:cNvSpPr/>
          <p:nvPr/>
        </p:nvSpPr>
        <p:spPr>
          <a:xfrm>
            <a:off x="1245240" y="3329280"/>
            <a:ext cx="2793600" cy="226800"/>
          </a:xfrm>
          <a:prstGeom prst="rect">
            <a:avLst/>
          </a:prstGeom>
          <a:noFill/>
          <a:ln w="0">
            <a:noFill/>
          </a:ln>
        </p:spPr>
        <p:style>
          <a:lnRef idx="0"/>
          <a:fillRef idx="0"/>
          <a:effectRef idx="0"/>
          <a:fontRef idx="minor"/>
        </p:style>
        <p:txBody>
          <a:bodyPr wrap="none" lIns="0" rIns="0" tIns="0" bIns="0" anchor="t">
            <a:noAutofit/>
          </a:bodyPr>
          <a:p>
            <a:pPr>
              <a:lnSpc>
                <a:spcPts val="1749"/>
              </a:lnSpc>
              <a:buNone/>
              <a:tabLst>
                <a:tab algn="l" pos="0"/>
              </a:tabLst>
            </a:pPr>
            <a:r>
              <a:rPr b="0" lang="en-US" sz="1200" spc="-1" strike="noStrike">
                <a:solidFill>
                  <a:srgbClr val="4c4c4d"/>
                </a:solidFill>
                <a:latin typeface="Heebo"/>
                <a:ea typeface="Heebo"/>
              </a:rPr>
              <a:t>Lesson</a:t>
            </a:r>
            <a:endParaRPr b="0" lang="en-IN" sz="1200" spc="-1" strike="noStrike">
              <a:latin typeface="Arial"/>
            </a:endParaRPr>
          </a:p>
        </p:txBody>
      </p:sp>
      <p:sp>
        <p:nvSpPr>
          <p:cNvPr id="590" name="Text 20"/>
          <p:cNvSpPr/>
          <p:nvPr/>
        </p:nvSpPr>
        <p:spPr>
          <a:xfrm>
            <a:off x="4363200" y="3329280"/>
            <a:ext cx="2790000" cy="226800"/>
          </a:xfrm>
          <a:prstGeom prst="rect">
            <a:avLst/>
          </a:prstGeom>
          <a:noFill/>
          <a:ln w="0">
            <a:noFill/>
          </a:ln>
        </p:spPr>
        <p:style>
          <a:lnRef idx="0"/>
          <a:fillRef idx="0"/>
          <a:effectRef idx="0"/>
          <a:fontRef idx="minor"/>
        </p:style>
        <p:txBody>
          <a:bodyPr wrap="none" lIns="0" rIns="0" tIns="0" bIns="0" anchor="t">
            <a:noAutofit/>
          </a:bodyPr>
          <a:p>
            <a:pPr>
              <a:lnSpc>
                <a:spcPts val="1749"/>
              </a:lnSpc>
              <a:buNone/>
              <a:tabLst>
                <a:tab algn="l" pos="0"/>
              </a:tabLst>
            </a:pPr>
            <a:r>
              <a:rPr b="0" lang="en-US" sz="1200" spc="-1" strike="noStrike">
                <a:solidFill>
                  <a:srgbClr val="4c4c4d"/>
                </a:solidFill>
                <a:latin typeface="Heebo"/>
                <a:ea typeface="Heebo"/>
              </a:rPr>
              <a:t>id (int, PK)</a:t>
            </a:r>
            <a:endParaRPr b="0" lang="en-IN" sz="1200" spc="-1" strike="noStrike">
              <a:latin typeface="Arial"/>
            </a:endParaRPr>
          </a:p>
        </p:txBody>
      </p:sp>
      <p:sp>
        <p:nvSpPr>
          <p:cNvPr id="591" name="Text 21"/>
          <p:cNvSpPr/>
          <p:nvPr/>
        </p:nvSpPr>
        <p:spPr>
          <a:xfrm>
            <a:off x="7477200" y="3329280"/>
            <a:ext cx="2790000" cy="226800"/>
          </a:xfrm>
          <a:prstGeom prst="rect">
            <a:avLst/>
          </a:prstGeom>
          <a:noFill/>
          <a:ln w="0">
            <a:noFill/>
          </a:ln>
        </p:spPr>
        <p:style>
          <a:lnRef idx="0"/>
          <a:fillRef idx="0"/>
          <a:effectRef idx="0"/>
          <a:fontRef idx="minor"/>
        </p:style>
        <p:txBody>
          <a:bodyPr wrap="none" lIns="0" rIns="0" tIns="0" bIns="0" anchor="t">
            <a:noAutofit/>
          </a:bodyPr>
          <a:p>
            <a:pPr>
              <a:lnSpc>
                <a:spcPts val="1749"/>
              </a:lnSpc>
              <a:buNone/>
              <a:tabLst>
                <a:tab algn="l" pos="0"/>
              </a:tabLst>
            </a:pPr>
            <a:r>
              <a:rPr b="0" lang="en-US" sz="1200" spc="-1" strike="noStrike">
                <a:solidFill>
                  <a:srgbClr val="4c4c4d"/>
                </a:solidFill>
                <a:latin typeface="Heebo"/>
                <a:ea typeface="Heebo"/>
              </a:rPr>
              <a:t>course_id → Course</a:t>
            </a:r>
            <a:endParaRPr b="0" lang="en-IN" sz="1200" spc="-1" strike="noStrike">
              <a:latin typeface="Arial"/>
            </a:endParaRPr>
          </a:p>
        </p:txBody>
      </p:sp>
      <p:sp>
        <p:nvSpPr>
          <p:cNvPr id="592" name="Text 22"/>
          <p:cNvSpPr/>
          <p:nvPr/>
        </p:nvSpPr>
        <p:spPr>
          <a:xfrm>
            <a:off x="10591200" y="3329280"/>
            <a:ext cx="2793600" cy="454320"/>
          </a:xfrm>
          <a:prstGeom prst="rect">
            <a:avLst/>
          </a:prstGeom>
          <a:noFill/>
          <a:ln w="0">
            <a:noFill/>
          </a:ln>
        </p:spPr>
        <p:style>
          <a:lnRef idx="0"/>
          <a:fillRef idx="0"/>
          <a:effectRef idx="0"/>
          <a:fontRef idx="minor"/>
        </p:style>
        <p:txBody>
          <a:bodyPr lIns="0" rIns="0" tIns="0" bIns="0" anchor="t">
            <a:noAutofit/>
          </a:bodyPr>
          <a:p>
            <a:pPr>
              <a:lnSpc>
                <a:spcPts val="1749"/>
              </a:lnSpc>
              <a:buNone/>
              <a:tabLst>
                <a:tab algn="l" pos="0"/>
              </a:tabLst>
            </a:pPr>
            <a:r>
              <a:rPr b="0" lang="en-US" sz="1200" spc="-1" strike="noStrike">
                <a:solidFill>
                  <a:srgbClr val="4c4c4d"/>
                </a:solidFill>
                <a:latin typeface="Heebo"/>
                <a:ea typeface="Heebo"/>
              </a:rPr>
              <a:t>Lesson content, video URL, display order</a:t>
            </a:r>
            <a:endParaRPr b="0" lang="en-IN" sz="1200" spc="-1" strike="noStrike">
              <a:latin typeface="Arial"/>
            </a:endParaRPr>
          </a:p>
        </p:txBody>
      </p:sp>
      <p:sp>
        <p:nvSpPr>
          <p:cNvPr id="593" name="Shape 23"/>
          <p:cNvSpPr/>
          <p:nvPr/>
        </p:nvSpPr>
        <p:spPr>
          <a:xfrm>
            <a:off x="1086840" y="3866760"/>
            <a:ext cx="12456360" cy="393480"/>
          </a:xfrm>
          <a:prstGeom prst="rect">
            <a:avLst/>
          </a:prstGeom>
          <a:solidFill>
            <a:srgbClr val="ffffff">
              <a:alpha val="4000"/>
            </a:srgbClr>
          </a:solidFill>
          <a:ln w="0">
            <a:noFill/>
          </a:ln>
        </p:spPr>
        <p:style>
          <a:lnRef idx="0"/>
          <a:fillRef idx="0"/>
          <a:effectRef idx="0"/>
          <a:fontRef idx="minor"/>
        </p:style>
      </p:sp>
      <p:sp>
        <p:nvSpPr>
          <p:cNvPr id="594" name="Text 24"/>
          <p:cNvSpPr/>
          <p:nvPr/>
        </p:nvSpPr>
        <p:spPr>
          <a:xfrm>
            <a:off x="1245240" y="3950280"/>
            <a:ext cx="2793600" cy="226800"/>
          </a:xfrm>
          <a:prstGeom prst="rect">
            <a:avLst/>
          </a:prstGeom>
          <a:noFill/>
          <a:ln w="0">
            <a:noFill/>
          </a:ln>
        </p:spPr>
        <p:style>
          <a:lnRef idx="0"/>
          <a:fillRef idx="0"/>
          <a:effectRef idx="0"/>
          <a:fontRef idx="minor"/>
        </p:style>
        <p:txBody>
          <a:bodyPr wrap="none" lIns="0" rIns="0" tIns="0" bIns="0" anchor="t">
            <a:noAutofit/>
          </a:bodyPr>
          <a:p>
            <a:pPr>
              <a:lnSpc>
                <a:spcPts val="1749"/>
              </a:lnSpc>
              <a:buNone/>
              <a:tabLst>
                <a:tab algn="l" pos="0"/>
              </a:tabLst>
            </a:pPr>
            <a:r>
              <a:rPr b="0" lang="en-US" sz="1200" spc="-1" strike="noStrike">
                <a:solidFill>
                  <a:srgbClr val="4c4c4d"/>
                </a:solidFill>
                <a:latin typeface="Heebo"/>
                <a:ea typeface="Heebo"/>
              </a:rPr>
              <a:t>Enrollment</a:t>
            </a:r>
            <a:endParaRPr b="0" lang="en-IN" sz="1200" spc="-1" strike="noStrike">
              <a:latin typeface="Arial"/>
            </a:endParaRPr>
          </a:p>
        </p:txBody>
      </p:sp>
      <p:sp>
        <p:nvSpPr>
          <p:cNvPr id="595" name="Text 25"/>
          <p:cNvSpPr/>
          <p:nvPr/>
        </p:nvSpPr>
        <p:spPr>
          <a:xfrm>
            <a:off x="4363200" y="3950280"/>
            <a:ext cx="2790000" cy="226800"/>
          </a:xfrm>
          <a:prstGeom prst="rect">
            <a:avLst/>
          </a:prstGeom>
          <a:noFill/>
          <a:ln w="0">
            <a:noFill/>
          </a:ln>
        </p:spPr>
        <p:style>
          <a:lnRef idx="0"/>
          <a:fillRef idx="0"/>
          <a:effectRef idx="0"/>
          <a:fontRef idx="minor"/>
        </p:style>
        <p:txBody>
          <a:bodyPr wrap="none" lIns="0" rIns="0" tIns="0" bIns="0" anchor="t">
            <a:noAutofit/>
          </a:bodyPr>
          <a:p>
            <a:pPr>
              <a:lnSpc>
                <a:spcPts val="1749"/>
              </a:lnSpc>
              <a:buNone/>
              <a:tabLst>
                <a:tab algn="l" pos="0"/>
              </a:tabLst>
            </a:pPr>
            <a:r>
              <a:rPr b="0" lang="en-US" sz="1200" spc="-1" strike="noStrike">
                <a:solidFill>
                  <a:srgbClr val="4c4c4d"/>
                </a:solidFill>
                <a:latin typeface="Heebo"/>
                <a:ea typeface="Heebo"/>
              </a:rPr>
              <a:t>id (int, PK)</a:t>
            </a:r>
            <a:endParaRPr b="0" lang="en-IN" sz="1200" spc="-1" strike="noStrike">
              <a:latin typeface="Arial"/>
            </a:endParaRPr>
          </a:p>
        </p:txBody>
      </p:sp>
      <p:sp>
        <p:nvSpPr>
          <p:cNvPr id="596" name="Text 26"/>
          <p:cNvSpPr/>
          <p:nvPr/>
        </p:nvSpPr>
        <p:spPr>
          <a:xfrm>
            <a:off x="7477200" y="3950280"/>
            <a:ext cx="2790000" cy="226800"/>
          </a:xfrm>
          <a:prstGeom prst="rect">
            <a:avLst/>
          </a:prstGeom>
          <a:noFill/>
          <a:ln w="0">
            <a:noFill/>
          </a:ln>
        </p:spPr>
        <p:style>
          <a:lnRef idx="0"/>
          <a:fillRef idx="0"/>
          <a:effectRef idx="0"/>
          <a:fontRef idx="minor"/>
        </p:style>
        <p:txBody>
          <a:bodyPr wrap="none" lIns="0" rIns="0" tIns="0" bIns="0" anchor="t">
            <a:noAutofit/>
          </a:bodyPr>
          <a:p>
            <a:pPr>
              <a:lnSpc>
                <a:spcPts val="1749"/>
              </a:lnSpc>
              <a:buNone/>
              <a:tabLst>
                <a:tab algn="l" pos="0"/>
              </a:tabLst>
            </a:pPr>
            <a:r>
              <a:rPr b="0" lang="en-US" sz="1200" spc="-1" strike="noStrike">
                <a:solidFill>
                  <a:srgbClr val="4c4c4d"/>
                </a:solidFill>
                <a:latin typeface="Heebo"/>
                <a:ea typeface="Heebo"/>
              </a:rPr>
              <a:t>student_id → User, course_id → Course</a:t>
            </a:r>
            <a:endParaRPr b="0" lang="en-IN" sz="1200" spc="-1" strike="noStrike">
              <a:latin typeface="Arial"/>
            </a:endParaRPr>
          </a:p>
        </p:txBody>
      </p:sp>
      <p:sp>
        <p:nvSpPr>
          <p:cNvPr id="597" name="Text 27"/>
          <p:cNvSpPr/>
          <p:nvPr/>
        </p:nvSpPr>
        <p:spPr>
          <a:xfrm>
            <a:off x="10591200" y="3950280"/>
            <a:ext cx="2793600" cy="226800"/>
          </a:xfrm>
          <a:prstGeom prst="rect">
            <a:avLst/>
          </a:prstGeom>
          <a:noFill/>
          <a:ln w="0">
            <a:noFill/>
          </a:ln>
        </p:spPr>
        <p:style>
          <a:lnRef idx="0"/>
          <a:fillRef idx="0"/>
          <a:effectRef idx="0"/>
          <a:fontRef idx="minor"/>
        </p:style>
        <p:txBody>
          <a:bodyPr wrap="none" lIns="0" rIns="0" tIns="0" bIns="0" anchor="t">
            <a:noAutofit/>
          </a:bodyPr>
          <a:p>
            <a:pPr>
              <a:lnSpc>
                <a:spcPts val="1749"/>
              </a:lnSpc>
              <a:buNone/>
              <a:tabLst>
                <a:tab algn="l" pos="0"/>
              </a:tabLst>
            </a:pPr>
            <a:r>
              <a:rPr b="0" lang="en-US" sz="1200" spc="-1" strike="noStrike">
                <a:solidFill>
                  <a:srgbClr val="4c4c4d"/>
                </a:solidFill>
                <a:latin typeface="Heebo"/>
                <a:ea typeface="Heebo"/>
              </a:rPr>
              <a:t>Student-course link, progress %, status</a:t>
            </a:r>
            <a:endParaRPr b="0" lang="en-IN" sz="1200" spc="-1" strike="noStrike">
              <a:latin typeface="Arial"/>
            </a:endParaRPr>
          </a:p>
        </p:txBody>
      </p:sp>
      <p:sp>
        <p:nvSpPr>
          <p:cNvPr id="598" name="Shape 28"/>
          <p:cNvSpPr/>
          <p:nvPr/>
        </p:nvSpPr>
        <p:spPr>
          <a:xfrm>
            <a:off x="1086840" y="4260600"/>
            <a:ext cx="12456360" cy="620640"/>
          </a:xfrm>
          <a:prstGeom prst="rect">
            <a:avLst/>
          </a:prstGeom>
          <a:solidFill>
            <a:srgbClr val="000000">
              <a:alpha val="4000"/>
            </a:srgbClr>
          </a:solidFill>
          <a:ln w="0">
            <a:noFill/>
          </a:ln>
        </p:spPr>
        <p:style>
          <a:lnRef idx="0"/>
          <a:fillRef idx="0"/>
          <a:effectRef idx="0"/>
          <a:fontRef idx="minor"/>
        </p:style>
      </p:sp>
      <p:sp>
        <p:nvSpPr>
          <p:cNvPr id="599" name="Text 29"/>
          <p:cNvSpPr/>
          <p:nvPr/>
        </p:nvSpPr>
        <p:spPr>
          <a:xfrm>
            <a:off x="1245240" y="4343760"/>
            <a:ext cx="2793600" cy="226800"/>
          </a:xfrm>
          <a:prstGeom prst="rect">
            <a:avLst/>
          </a:prstGeom>
          <a:noFill/>
          <a:ln w="0">
            <a:noFill/>
          </a:ln>
        </p:spPr>
        <p:style>
          <a:lnRef idx="0"/>
          <a:fillRef idx="0"/>
          <a:effectRef idx="0"/>
          <a:fontRef idx="minor"/>
        </p:style>
        <p:txBody>
          <a:bodyPr wrap="none" lIns="0" rIns="0" tIns="0" bIns="0" anchor="t">
            <a:noAutofit/>
          </a:bodyPr>
          <a:p>
            <a:pPr>
              <a:lnSpc>
                <a:spcPts val="1749"/>
              </a:lnSpc>
              <a:buNone/>
              <a:tabLst>
                <a:tab algn="l" pos="0"/>
              </a:tabLst>
            </a:pPr>
            <a:r>
              <a:rPr b="0" lang="en-US" sz="1200" spc="-1" strike="noStrike">
                <a:solidFill>
                  <a:srgbClr val="4c4c4d"/>
                </a:solidFill>
                <a:latin typeface="Heebo"/>
                <a:ea typeface="Heebo"/>
              </a:rPr>
              <a:t>LessonProgress</a:t>
            </a:r>
            <a:endParaRPr b="0" lang="en-IN" sz="1200" spc="-1" strike="noStrike">
              <a:latin typeface="Arial"/>
            </a:endParaRPr>
          </a:p>
        </p:txBody>
      </p:sp>
      <p:sp>
        <p:nvSpPr>
          <p:cNvPr id="600" name="Text 30"/>
          <p:cNvSpPr/>
          <p:nvPr/>
        </p:nvSpPr>
        <p:spPr>
          <a:xfrm>
            <a:off x="4363200" y="4343760"/>
            <a:ext cx="2790000" cy="226800"/>
          </a:xfrm>
          <a:prstGeom prst="rect">
            <a:avLst/>
          </a:prstGeom>
          <a:noFill/>
          <a:ln w="0">
            <a:noFill/>
          </a:ln>
        </p:spPr>
        <p:style>
          <a:lnRef idx="0"/>
          <a:fillRef idx="0"/>
          <a:effectRef idx="0"/>
          <a:fontRef idx="minor"/>
        </p:style>
        <p:txBody>
          <a:bodyPr wrap="none" lIns="0" rIns="0" tIns="0" bIns="0" anchor="t">
            <a:noAutofit/>
          </a:bodyPr>
          <a:p>
            <a:pPr>
              <a:lnSpc>
                <a:spcPts val="1749"/>
              </a:lnSpc>
              <a:buNone/>
              <a:tabLst>
                <a:tab algn="l" pos="0"/>
              </a:tabLst>
            </a:pPr>
            <a:r>
              <a:rPr b="0" lang="en-US" sz="1200" spc="-1" strike="noStrike">
                <a:solidFill>
                  <a:srgbClr val="4c4c4d"/>
                </a:solidFill>
                <a:latin typeface="Heebo"/>
                <a:ea typeface="Heebo"/>
              </a:rPr>
              <a:t>id (int, PK)</a:t>
            </a:r>
            <a:endParaRPr b="0" lang="en-IN" sz="1200" spc="-1" strike="noStrike">
              <a:latin typeface="Arial"/>
            </a:endParaRPr>
          </a:p>
        </p:txBody>
      </p:sp>
      <p:sp>
        <p:nvSpPr>
          <p:cNvPr id="601" name="Text 31"/>
          <p:cNvSpPr/>
          <p:nvPr/>
        </p:nvSpPr>
        <p:spPr>
          <a:xfrm>
            <a:off x="7477200" y="4343760"/>
            <a:ext cx="2790000" cy="226800"/>
          </a:xfrm>
          <a:prstGeom prst="rect">
            <a:avLst/>
          </a:prstGeom>
          <a:noFill/>
          <a:ln w="0">
            <a:noFill/>
          </a:ln>
        </p:spPr>
        <p:style>
          <a:lnRef idx="0"/>
          <a:fillRef idx="0"/>
          <a:effectRef idx="0"/>
          <a:fontRef idx="minor"/>
        </p:style>
        <p:txBody>
          <a:bodyPr wrap="none" lIns="0" rIns="0" tIns="0" bIns="0" anchor="t">
            <a:noAutofit/>
          </a:bodyPr>
          <a:p>
            <a:pPr>
              <a:lnSpc>
                <a:spcPts val="1749"/>
              </a:lnSpc>
              <a:buNone/>
              <a:tabLst>
                <a:tab algn="l" pos="0"/>
              </a:tabLst>
            </a:pPr>
            <a:r>
              <a:rPr b="0" lang="en-US" sz="1200" spc="-1" strike="noStrike">
                <a:solidFill>
                  <a:srgbClr val="4c4c4d"/>
                </a:solidFill>
                <a:latin typeface="Heebo"/>
                <a:ea typeface="Heebo"/>
              </a:rPr>
              <a:t>enrollment_id, lesson_id</a:t>
            </a:r>
            <a:endParaRPr b="0" lang="en-IN" sz="1200" spc="-1" strike="noStrike">
              <a:latin typeface="Arial"/>
            </a:endParaRPr>
          </a:p>
        </p:txBody>
      </p:sp>
      <p:sp>
        <p:nvSpPr>
          <p:cNvPr id="602" name="Text 32"/>
          <p:cNvSpPr/>
          <p:nvPr/>
        </p:nvSpPr>
        <p:spPr>
          <a:xfrm>
            <a:off x="10591200" y="4343760"/>
            <a:ext cx="2793600" cy="454320"/>
          </a:xfrm>
          <a:prstGeom prst="rect">
            <a:avLst/>
          </a:prstGeom>
          <a:noFill/>
          <a:ln w="0">
            <a:noFill/>
          </a:ln>
        </p:spPr>
        <p:style>
          <a:lnRef idx="0"/>
          <a:fillRef idx="0"/>
          <a:effectRef idx="0"/>
          <a:fontRef idx="minor"/>
        </p:style>
        <p:txBody>
          <a:bodyPr lIns="0" rIns="0" tIns="0" bIns="0" anchor="t">
            <a:noAutofit/>
          </a:bodyPr>
          <a:p>
            <a:pPr>
              <a:lnSpc>
                <a:spcPts val="1749"/>
              </a:lnSpc>
              <a:buNone/>
              <a:tabLst>
                <a:tab algn="l" pos="0"/>
              </a:tabLst>
            </a:pPr>
            <a:r>
              <a:rPr b="0" lang="en-US" sz="1200" spc="-1" strike="noStrike">
                <a:solidFill>
                  <a:srgbClr val="4c4c4d"/>
                </a:solidFill>
                <a:latin typeface="Heebo"/>
                <a:ea typeface="Heebo"/>
              </a:rPr>
              <a:t>Tracks individual lesson completion per student</a:t>
            </a:r>
            <a:endParaRPr b="0" lang="en-IN" sz="1200" spc="-1" strike="noStrike">
              <a:latin typeface="Arial"/>
            </a:endParaRPr>
          </a:p>
        </p:txBody>
      </p:sp>
      <p:sp>
        <p:nvSpPr>
          <p:cNvPr id="603" name="Shape 33"/>
          <p:cNvSpPr/>
          <p:nvPr/>
        </p:nvSpPr>
        <p:spPr>
          <a:xfrm>
            <a:off x="1086840" y="4881600"/>
            <a:ext cx="12456360" cy="620640"/>
          </a:xfrm>
          <a:prstGeom prst="rect">
            <a:avLst/>
          </a:prstGeom>
          <a:solidFill>
            <a:srgbClr val="ffffff">
              <a:alpha val="4000"/>
            </a:srgbClr>
          </a:solidFill>
          <a:ln w="0">
            <a:noFill/>
          </a:ln>
        </p:spPr>
        <p:style>
          <a:lnRef idx="0"/>
          <a:fillRef idx="0"/>
          <a:effectRef idx="0"/>
          <a:fontRef idx="minor"/>
        </p:style>
      </p:sp>
      <p:sp>
        <p:nvSpPr>
          <p:cNvPr id="604" name="Text 34"/>
          <p:cNvSpPr/>
          <p:nvPr/>
        </p:nvSpPr>
        <p:spPr>
          <a:xfrm>
            <a:off x="1245240" y="4964760"/>
            <a:ext cx="2793600" cy="226800"/>
          </a:xfrm>
          <a:prstGeom prst="rect">
            <a:avLst/>
          </a:prstGeom>
          <a:noFill/>
          <a:ln w="0">
            <a:noFill/>
          </a:ln>
        </p:spPr>
        <p:style>
          <a:lnRef idx="0"/>
          <a:fillRef idx="0"/>
          <a:effectRef idx="0"/>
          <a:fontRef idx="minor"/>
        </p:style>
        <p:txBody>
          <a:bodyPr wrap="none" lIns="0" rIns="0" tIns="0" bIns="0" anchor="t">
            <a:noAutofit/>
          </a:bodyPr>
          <a:p>
            <a:pPr>
              <a:lnSpc>
                <a:spcPts val="1749"/>
              </a:lnSpc>
              <a:buNone/>
              <a:tabLst>
                <a:tab algn="l" pos="0"/>
              </a:tabLst>
            </a:pPr>
            <a:r>
              <a:rPr b="0" lang="en-US" sz="1200" spc="-1" strike="noStrike">
                <a:solidFill>
                  <a:srgbClr val="4c4c4d"/>
                </a:solidFill>
                <a:latin typeface="Heebo"/>
                <a:ea typeface="Heebo"/>
              </a:rPr>
              <a:t>QuizAttempt</a:t>
            </a:r>
            <a:endParaRPr b="0" lang="en-IN" sz="1200" spc="-1" strike="noStrike">
              <a:latin typeface="Arial"/>
            </a:endParaRPr>
          </a:p>
        </p:txBody>
      </p:sp>
      <p:sp>
        <p:nvSpPr>
          <p:cNvPr id="605" name="Text 35"/>
          <p:cNvSpPr/>
          <p:nvPr/>
        </p:nvSpPr>
        <p:spPr>
          <a:xfrm>
            <a:off x="4363200" y="4964760"/>
            <a:ext cx="2790000" cy="226800"/>
          </a:xfrm>
          <a:prstGeom prst="rect">
            <a:avLst/>
          </a:prstGeom>
          <a:noFill/>
          <a:ln w="0">
            <a:noFill/>
          </a:ln>
        </p:spPr>
        <p:style>
          <a:lnRef idx="0"/>
          <a:fillRef idx="0"/>
          <a:effectRef idx="0"/>
          <a:fontRef idx="minor"/>
        </p:style>
        <p:txBody>
          <a:bodyPr wrap="none" lIns="0" rIns="0" tIns="0" bIns="0" anchor="t">
            <a:noAutofit/>
          </a:bodyPr>
          <a:p>
            <a:pPr>
              <a:lnSpc>
                <a:spcPts val="1749"/>
              </a:lnSpc>
              <a:buNone/>
              <a:tabLst>
                <a:tab algn="l" pos="0"/>
              </a:tabLst>
            </a:pPr>
            <a:r>
              <a:rPr b="0" lang="en-US" sz="1200" spc="-1" strike="noStrike">
                <a:solidFill>
                  <a:srgbClr val="4c4c4d"/>
                </a:solidFill>
                <a:latin typeface="Heebo"/>
                <a:ea typeface="Heebo"/>
              </a:rPr>
              <a:t>id (int, PK)</a:t>
            </a:r>
            <a:endParaRPr b="0" lang="en-IN" sz="1200" spc="-1" strike="noStrike">
              <a:latin typeface="Arial"/>
            </a:endParaRPr>
          </a:p>
        </p:txBody>
      </p:sp>
      <p:sp>
        <p:nvSpPr>
          <p:cNvPr id="606" name="Text 36"/>
          <p:cNvSpPr/>
          <p:nvPr/>
        </p:nvSpPr>
        <p:spPr>
          <a:xfrm>
            <a:off x="7477200" y="4964760"/>
            <a:ext cx="2790000" cy="226800"/>
          </a:xfrm>
          <a:prstGeom prst="rect">
            <a:avLst/>
          </a:prstGeom>
          <a:noFill/>
          <a:ln w="0">
            <a:noFill/>
          </a:ln>
        </p:spPr>
        <p:style>
          <a:lnRef idx="0"/>
          <a:fillRef idx="0"/>
          <a:effectRef idx="0"/>
          <a:fontRef idx="minor"/>
        </p:style>
        <p:txBody>
          <a:bodyPr wrap="none" lIns="0" rIns="0" tIns="0" bIns="0" anchor="t">
            <a:noAutofit/>
          </a:bodyPr>
          <a:p>
            <a:pPr>
              <a:lnSpc>
                <a:spcPts val="1749"/>
              </a:lnSpc>
              <a:buNone/>
              <a:tabLst>
                <a:tab algn="l" pos="0"/>
              </a:tabLst>
            </a:pPr>
            <a:r>
              <a:rPr b="0" lang="en-US" sz="1200" spc="-1" strike="noStrike">
                <a:solidFill>
                  <a:srgbClr val="4c4c4d"/>
                </a:solidFill>
                <a:latin typeface="Heebo"/>
                <a:ea typeface="Heebo"/>
              </a:rPr>
              <a:t>student_id, course_id, lesson_id</a:t>
            </a:r>
            <a:endParaRPr b="0" lang="en-IN" sz="1200" spc="-1" strike="noStrike">
              <a:latin typeface="Arial"/>
            </a:endParaRPr>
          </a:p>
        </p:txBody>
      </p:sp>
      <p:sp>
        <p:nvSpPr>
          <p:cNvPr id="607" name="Text 37"/>
          <p:cNvSpPr/>
          <p:nvPr/>
        </p:nvSpPr>
        <p:spPr>
          <a:xfrm>
            <a:off x="10591200" y="4964760"/>
            <a:ext cx="2793600" cy="454320"/>
          </a:xfrm>
          <a:prstGeom prst="rect">
            <a:avLst/>
          </a:prstGeom>
          <a:noFill/>
          <a:ln w="0">
            <a:noFill/>
          </a:ln>
        </p:spPr>
        <p:style>
          <a:lnRef idx="0"/>
          <a:fillRef idx="0"/>
          <a:effectRef idx="0"/>
          <a:fontRef idx="minor"/>
        </p:style>
        <p:txBody>
          <a:bodyPr lIns="0" rIns="0" tIns="0" bIns="0" anchor="t">
            <a:noAutofit/>
          </a:bodyPr>
          <a:p>
            <a:pPr>
              <a:lnSpc>
                <a:spcPts val="1749"/>
              </a:lnSpc>
              <a:buNone/>
              <a:tabLst>
                <a:tab algn="l" pos="0"/>
              </a:tabLst>
            </a:pPr>
            <a:r>
              <a:rPr b="0" lang="en-US" sz="1200" spc="-1" strike="noStrike">
                <a:solidFill>
                  <a:srgbClr val="4c4c4d"/>
                </a:solidFill>
                <a:latin typeface="Heebo"/>
                <a:ea typeface="Heebo"/>
              </a:rPr>
              <a:t>Stores answers, score, strong/weak topic arrays</a:t>
            </a:r>
            <a:endParaRPr b="0" lang="en-IN" sz="1200" spc="-1" strike="noStrike">
              <a:latin typeface="Arial"/>
            </a:endParaRPr>
          </a:p>
        </p:txBody>
      </p:sp>
      <p:sp>
        <p:nvSpPr>
          <p:cNvPr id="608" name="Shape 38"/>
          <p:cNvSpPr/>
          <p:nvPr/>
        </p:nvSpPr>
        <p:spPr>
          <a:xfrm>
            <a:off x="1086840" y="5502600"/>
            <a:ext cx="12456360" cy="620640"/>
          </a:xfrm>
          <a:prstGeom prst="rect">
            <a:avLst/>
          </a:prstGeom>
          <a:solidFill>
            <a:srgbClr val="000000">
              <a:alpha val="4000"/>
            </a:srgbClr>
          </a:solidFill>
          <a:ln w="0">
            <a:noFill/>
          </a:ln>
        </p:spPr>
        <p:style>
          <a:lnRef idx="0"/>
          <a:fillRef idx="0"/>
          <a:effectRef idx="0"/>
          <a:fontRef idx="minor"/>
        </p:style>
      </p:sp>
      <p:sp>
        <p:nvSpPr>
          <p:cNvPr id="609" name="Text 39"/>
          <p:cNvSpPr/>
          <p:nvPr/>
        </p:nvSpPr>
        <p:spPr>
          <a:xfrm>
            <a:off x="1245240" y="5585760"/>
            <a:ext cx="2793600" cy="226800"/>
          </a:xfrm>
          <a:prstGeom prst="rect">
            <a:avLst/>
          </a:prstGeom>
          <a:noFill/>
          <a:ln w="0">
            <a:noFill/>
          </a:ln>
        </p:spPr>
        <p:style>
          <a:lnRef idx="0"/>
          <a:fillRef idx="0"/>
          <a:effectRef idx="0"/>
          <a:fontRef idx="minor"/>
        </p:style>
        <p:txBody>
          <a:bodyPr wrap="none" lIns="0" rIns="0" tIns="0" bIns="0" anchor="t">
            <a:noAutofit/>
          </a:bodyPr>
          <a:p>
            <a:pPr>
              <a:lnSpc>
                <a:spcPts val="1749"/>
              </a:lnSpc>
              <a:buNone/>
              <a:tabLst>
                <a:tab algn="l" pos="0"/>
              </a:tabLst>
            </a:pPr>
            <a:r>
              <a:rPr b="0" lang="en-US" sz="1200" spc="-1" strike="noStrike">
                <a:solidFill>
                  <a:srgbClr val="4c4c4d"/>
                </a:solidFill>
                <a:latin typeface="Heebo"/>
                <a:ea typeface="Heebo"/>
              </a:rPr>
              <a:t>AISummary</a:t>
            </a:r>
            <a:endParaRPr b="0" lang="en-IN" sz="1200" spc="-1" strike="noStrike">
              <a:latin typeface="Arial"/>
            </a:endParaRPr>
          </a:p>
        </p:txBody>
      </p:sp>
      <p:sp>
        <p:nvSpPr>
          <p:cNvPr id="610" name="Text 40"/>
          <p:cNvSpPr/>
          <p:nvPr/>
        </p:nvSpPr>
        <p:spPr>
          <a:xfrm>
            <a:off x="4363200" y="5585760"/>
            <a:ext cx="2790000" cy="226800"/>
          </a:xfrm>
          <a:prstGeom prst="rect">
            <a:avLst/>
          </a:prstGeom>
          <a:noFill/>
          <a:ln w="0">
            <a:noFill/>
          </a:ln>
        </p:spPr>
        <p:style>
          <a:lnRef idx="0"/>
          <a:fillRef idx="0"/>
          <a:effectRef idx="0"/>
          <a:fontRef idx="minor"/>
        </p:style>
        <p:txBody>
          <a:bodyPr wrap="none" lIns="0" rIns="0" tIns="0" bIns="0" anchor="t">
            <a:noAutofit/>
          </a:bodyPr>
          <a:p>
            <a:pPr>
              <a:lnSpc>
                <a:spcPts val="1749"/>
              </a:lnSpc>
              <a:buNone/>
              <a:tabLst>
                <a:tab algn="l" pos="0"/>
              </a:tabLst>
            </a:pPr>
            <a:r>
              <a:rPr b="0" lang="en-US" sz="1200" spc="-1" strike="noStrike">
                <a:solidFill>
                  <a:srgbClr val="4c4c4d"/>
                </a:solidFill>
                <a:latin typeface="Heebo"/>
                <a:ea typeface="Heebo"/>
              </a:rPr>
              <a:t>id (int, PK)</a:t>
            </a:r>
            <a:endParaRPr b="0" lang="en-IN" sz="1200" spc="-1" strike="noStrike">
              <a:latin typeface="Arial"/>
            </a:endParaRPr>
          </a:p>
        </p:txBody>
      </p:sp>
      <p:sp>
        <p:nvSpPr>
          <p:cNvPr id="611" name="Text 41"/>
          <p:cNvSpPr/>
          <p:nvPr/>
        </p:nvSpPr>
        <p:spPr>
          <a:xfrm>
            <a:off x="7477200" y="5585760"/>
            <a:ext cx="2790000" cy="226800"/>
          </a:xfrm>
          <a:prstGeom prst="rect">
            <a:avLst/>
          </a:prstGeom>
          <a:noFill/>
          <a:ln w="0">
            <a:noFill/>
          </a:ln>
        </p:spPr>
        <p:style>
          <a:lnRef idx="0"/>
          <a:fillRef idx="0"/>
          <a:effectRef idx="0"/>
          <a:fontRef idx="minor"/>
        </p:style>
        <p:txBody>
          <a:bodyPr wrap="none" lIns="0" rIns="0" tIns="0" bIns="0" anchor="t">
            <a:noAutofit/>
          </a:bodyPr>
          <a:p>
            <a:pPr>
              <a:lnSpc>
                <a:spcPts val="1749"/>
              </a:lnSpc>
              <a:buNone/>
              <a:tabLst>
                <a:tab algn="l" pos="0"/>
              </a:tabLst>
            </a:pPr>
            <a:r>
              <a:rPr b="0" lang="en-US" sz="1200" spc="-1" strike="noStrike">
                <a:solidFill>
                  <a:srgbClr val="4c4c4d"/>
                </a:solidFill>
                <a:latin typeface="Heebo"/>
                <a:ea typeface="Heebo"/>
              </a:rPr>
              <a:t>lesson_id (unique)</a:t>
            </a:r>
            <a:endParaRPr b="0" lang="en-IN" sz="1200" spc="-1" strike="noStrike">
              <a:latin typeface="Arial"/>
            </a:endParaRPr>
          </a:p>
        </p:txBody>
      </p:sp>
      <p:sp>
        <p:nvSpPr>
          <p:cNvPr id="612" name="Text 42"/>
          <p:cNvSpPr/>
          <p:nvPr/>
        </p:nvSpPr>
        <p:spPr>
          <a:xfrm>
            <a:off x="10591200" y="5585760"/>
            <a:ext cx="2793600" cy="454320"/>
          </a:xfrm>
          <a:prstGeom prst="rect">
            <a:avLst/>
          </a:prstGeom>
          <a:noFill/>
          <a:ln w="0">
            <a:noFill/>
          </a:ln>
        </p:spPr>
        <p:style>
          <a:lnRef idx="0"/>
          <a:fillRef idx="0"/>
          <a:effectRef idx="0"/>
          <a:fontRef idx="minor"/>
        </p:style>
        <p:txBody>
          <a:bodyPr lIns="0" rIns="0" tIns="0" bIns="0" anchor="t">
            <a:noAutofit/>
          </a:bodyPr>
          <a:p>
            <a:pPr>
              <a:lnSpc>
                <a:spcPts val="1749"/>
              </a:lnSpc>
              <a:buNone/>
              <a:tabLst>
                <a:tab algn="l" pos="0"/>
              </a:tabLst>
            </a:pPr>
            <a:r>
              <a:rPr b="0" lang="en-US" sz="1200" spc="-1" strike="noStrike">
                <a:solidFill>
                  <a:srgbClr val="4c4c4d"/>
                </a:solidFill>
                <a:latin typeface="Heebo"/>
                <a:ea typeface="Heebo"/>
              </a:rPr>
              <a:t>Cached AI-generated summary and key points</a:t>
            </a:r>
            <a:endParaRPr b="0" lang="en-IN" sz="1200" spc="-1" strike="noStrike">
              <a:latin typeface="Arial"/>
            </a:endParaRPr>
          </a:p>
        </p:txBody>
      </p:sp>
      <p:sp>
        <p:nvSpPr>
          <p:cNvPr id="613" name="Shape 43"/>
          <p:cNvSpPr/>
          <p:nvPr/>
        </p:nvSpPr>
        <p:spPr>
          <a:xfrm>
            <a:off x="1086840" y="6123600"/>
            <a:ext cx="12456360" cy="620640"/>
          </a:xfrm>
          <a:prstGeom prst="rect">
            <a:avLst/>
          </a:prstGeom>
          <a:solidFill>
            <a:srgbClr val="ffffff">
              <a:alpha val="4000"/>
            </a:srgbClr>
          </a:solidFill>
          <a:ln w="0">
            <a:noFill/>
          </a:ln>
        </p:spPr>
        <p:style>
          <a:lnRef idx="0"/>
          <a:fillRef idx="0"/>
          <a:effectRef idx="0"/>
          <a:fontRef idx="minor"/>
        </p:style>
      </p:sp>
      <p:sp>
        <p:nvSpPr>
          <p:cNvPr id="614" name="Text 44"/>
          <p:cNvSpPr/>
          <p:nvPr/>
        </p:nvSpPr>
        <p:spPr>
          <a:xfrm>
            <a:off x="1245240" y="6207120"/>
            <a:ext cx="2793600" cy="226800"/>
          </a:xfrm>
          <a:prstGeom prst="rect">
            <a:avLst/>
          </a:prstGeom>
          <a:noFill/>
          <a:ln w="0">
            <a:noFill/>
          </a:ln>
        </p:spPr>
        <p:style>
          <a:lnRef idx="0"/>
          <a:fillRef idx="0"/>
          <a:effectRef idx="0"/>
          <a:fontRef idx="minor"/>
        </p:style>
        <p:txBody>
          <a:bodyPr wrap="none" lIns="0" rIns="0" tIns="0" bIns="0" anchor="t">
            <a:noAutofit/>
          </a:bodyPr>
          <a:p>
            <a:pPr>
              <a:lnSpc>
                <a:spcPts val="1749"/>
              </a:lnSpc>
              <a:buNone/>
              <a:tabLst>
                <a:tab algn="l" pos="0"/>
              </a:tabLst>
            </a:pPr>
            <a:r>
              <a:rPr b="0" lang="en-US" sz="1200" spc="-1" strike="noStrike">
                <a:solidFill>
                  <a:srgbClr val="4c4c4d"/>
                </a:solidFill>
                <a:latin typeface="Heebo"/>
                <a:ea typeface="Heebo"/>
              </a:rPr>
              <a:t>ChatSession</a:t>
            </a:r>
            <a:endParaRPr b="0" lang="en-IN" sz="1200" spc="-1" strike="noStrike">
              <a:latin typeface="Arial"/>
            </a:endParaRPr>
          </a:p>
        </p:txBody>
      </p:sp>
      <p:sp>
        <p:nvSpPr>
          <p:cNvPr id="615" name="Text 45"/>
          <p:cNvSpPr/>
          <p:nvPr/>
        </p:nvSpPr>
        <p:spPr>
          <a:xfrm>
            <a:off x="4363200" y="6207120"/>
            <a:ext cx="2790000" cy="226800"/>
          </a:xfrm>
          <a:prstGeom prst="rect">
            <a:avLst/>
          </a:prstGeom>
          <a:noFill/>
          <a:ln w="0">
            <a:noFill/>
          </a:ln>
        </p:spPr>
        <p:style>
          <a:lnRef idx="0"/>
          <a:fillRef idx="0"/>
          <a:effectRef idx="0"/>
          <a:fontRef idx="minor"/>
        </p:style>
        <p:txBody>
          <a:bodyPr wrap="none" lIns="0" rIns="0" tIns="0" bIns="0" anchor="t">
            <a:noAutofit/>
          </a:bodyPr>
          <a:p>
            <a:pPr>
              <a:lnSpc>
                <a:spcPts val="1749"/>
              </a:lnSpc>
              <a:buNone/>
              <a:tabLst>
                <a:tab algn="l" pos="0"/>
              </a:tabLst>
            </a:pPr>
            <a:r>
              <a:rPr b="0" lang="en-US" sz="1200" spc="-1" strike="noStrike">
                <a:solidFill>
                  <a:srgbClr val="4c4c4d"/>
                </a:solidFill>
                <a:latin typeface="Heebo"/>
                <a:ea typeface="Heebo"/>
              </a:rPr>
              <a:t>id (int, PK)</a:t>
            </a:r>
            <a:endParaRPr b="0" lang="en-IN" sz="1200" spc="-1" strike="noStrike">
              <a:latin typeface="Arial"/>
            </a:endParaRPr>
          </a:p>
        </p:txBody>
      </p:sp>
      <p:sp>
        <p:nvSpPr>
          <p:cNvPr id="616" name="Text 46"/>
          <p:cNvSpPr/>
          <p:nvPr/>
        </p:nvSpPr>
        <p:spPr>
          <a:xfrm>
            <a:off x="7477200" y="6207120"/>
            <a:ext cx="2790000" cy="226800"/>
          </a:xfrm>
          <a:prstGeom prst="rect">
            <a:avLst/>
          </a:prstGeom>
          <a:noFill/>
          <a:ln w="0">
            <a:noFill/>
          </a:ln>
        </p:spPr>
        <p:style>
          <a:lnRef idx="0"/>
          <a:fillRef idx="0"/>
          <a:effectRef idx="0"/>
          <a:fontRef idx="minor"/>
        </p:style>
        <p:txBody>
          <a:bodyPr wrap="none" lIns="0" rIns="0" tIns="0" bIns="0" anchor="t">
            <a:noAutofit/>
          </a:bodyPr>
          <a:p>
            <a:pPr>
              <a:lnSpc>
                <a:spcPts val="1749"/>
              </a:lnSpc>
              <a:buNone/>
              <a:tabLst>
                <a:tab algn="l" pos="0"/>
              </a:tabLst>
            </a:pPr>
            <a:r>
              <a:rPr b="0" lang="en-US" sz="1200" spc="-1" strike="noStrike">
                <a:solidFill>
                  <a:srgbClr val="4c4c4d"/>
                </a:solidFill>
                <a:latin typeface="Heebo"/>
                <a:ea typeface="Heebo"/>
              </a:rPr>
              <a:t>student_id, course_id</a:t>
            </a:r>
            <a:endParaRPr b="0" lang="en-IN" sz="1200" spc="-1" strike="noStrike">
              <a:latin typeface="Arial"/>
            </a:endParaRPr>
          </a:p>
        </p:txBody>
      </p:sp>
      <p:sp>
        <p:nvSpPr>
          <p:cNvPr id="617" name="Text 47"/>
          <p:cNvSpPr/>
          <p:nvPr/>
        </p:nvSpPr>
        <p:spPr>
          <a:xfrm>
            <a:off x="10591200" y="6207120"/>
            <a:ext cx="2793600" cy="454320"/>
          </a:xfrm>
          <a:prstGeom prst="rect">
            <a:avLst/>
          </a:prstGeom>
          <a:noFill/>
          <a:ln w="0">
            <a:noFill/>
          </a:ln>
        </p:spPr>
        <p:style>
          <a:lnRef idx="0"/>
          <a:fillRef idx="0"/>
          <a:effectRef idx="0"/>
          <a:fontRef idx="minor"/>
        </p:style>
        <p:txBody>
          <a:bodyPr lIns="0" rIns="0" tIns="0" bIns="0" anchor="t">
            <a:noAutofit/>
          </a:bodyPr>
          <a:p>
            <a:pPr>
              <a:lnSpc>
                <a:spcPts val="1749"/>
              </a:lnSpc>
              <a:buNone/>
              <a:tabLst>
                <a:tab algn="l" pos="0"/>
              </a:tabLst>
            </a:pPr>
            <a:r>
              <a:rPr b="0" lang="en-US" sz="1200" spc="-1" strike="noStrike">
                <a:solidFill>
                  <a:srgbClr val="4c4c4d"/>
                </a:solidFill>
                <a:latin typeface="Heebo"/>
                <a:ea typeface="Heebo"/>
              </a:rPr>
              <a:t>Course-scoped AI chatbot conversation session</a:t>
            </a:r>
            <a:endParaRPr b="0" lang="en-IN" sz="1200" spc="-1" strike="noStrike">
              <a:latin typeface="Arial"/>
            </a:endParaRPr>
          </a:p>
        </p:txBody>
      </p:sp>
      <p:sp>
        <p:nvSpPr>
          <p:cNvPr id="618" name="Shape 48"/>
          <p:cNvSpPr/>
          <p:nvPr/>
        </p:nvSpPr>
        <p:spPr>
          <a:xfrm>
            <a:off x="1086840" y="6744600"/>
            <a:ext cx="12456360" cy="620640"/>
          </a:xfrm>
          <a:prstGeom prst="rect">
            <a:avLst/>
          </a:prstGeom>
          <a:solidFill>
            <a:srgbClr val="000000">
              <a:alpha val="4000"/>
            </a:srgbClr>
          </a:solidFill>
          <a:ln w="0">
            <a:noFill/>
          </a:ln>
        </p:spPr>
        <p:style>
          <a:lnRef idx="0"/>
          <a:fillRef idx="0"/>
          <a:effectRef idx="0"/>
          <a:fontRef idx="minor"/>
        </p:style>
      </p:sp>
      <p:sp>
        <p:nvSpPr>
          <p:cNvPr id="619" name="Text 49"/>
          <p:cNvSpPr/>
          <p:nvPr/>
        </p:nvSpPr>
        <p:spPr>
          <a:xfrm>
            <a:off x="1245240" y="6828120"/>
            <a:ext cx="2793600" cy="226800"/>
          </a:xfrm>
          <a:prstGeom prst="rect">
            <a:avLst/>
          </a:prstGeom>
          <a:noFill/>
          <a:ln w="0">
            <a:noFill/>
          </a:ln>
        </p:spPr>
        <p:style>
          <a:lnRef idx="0"/>
          <a:fillRef idx="0"/>
          <a:effectRef idx="0"/>
          <a:fontRef idx="minor"/>
        </p:style>
        <p:txBody>
          <a:bodyPr wrap="none" lIns="0" rIns="0" tIns="0" bIns="0" anchor="t">
            <a:noAutofit/>
          </a:bodyPr>
          <a:p>
            <a:pPr>
              <a:lnSpc>
                <a:spcPts val="1749"/>
              </a:lnSpc>
              <a:buNone/>
              <a:tabLst>
                <a:tab algn="l" pos="0"/>
              </a:tabLst>
            </a:pPr>
            <a:r>
              <a:rPr b="0" lang="en-US" sz="1200" spc="-1" strike="noStrike">
                <a:solidFill>
                  <a:srgbClr val="4c4c4d"/>
                </a:solidFill>
                <a:latin typeface="Heebo"/>
                <a:ea typeface="Heebo"/>
              </a:rPr>
              <a:t>LessonNote</a:t>
            </a:r>
            <a:endParaRPr b="0" lang="en-IN" sz="1200" spc="-1" strike="noStrike">
              <a:latin typeface="Arial"/>
            </a:endParaRPr>
          </a:p>
        </p:txBody>
      </p:sp>
      <p:sp>
        <p:nvSpPr>
          <p:cNvPr id="620" name="Text 50"/>
          <p:cNvSpPr/>
          <p:nvPr/>
        </p:nvSpPr>
        <p:spPr>
          <a:xfrm>
            <a:off x="4363200" y="6828120"/>
            <a:ext cx="2790000" cy="226800"/>
          </a:xfrm>
          <a:prstGeom prst="rect">
            <a:avLst/>
          </a:prstGeom>
          <a:noFill/>
          <a:ln w="0">
            <a:noFill/>
          </a:ln>
        </p:spPr>
        <p:style>
          <a:lnRef idx="0"/>
          <a:fillRef idx="0"/>
          <a:effectRef idx="0"/>
          <a:fontRef idx="minor"/>
        </p:style>
        <p:txBody>
          <a:bodyPr wrap="none" lIns="0" rIns="0" tIns="0" bIns="0" anchor="t">
            <a:noAutofit/>
          </a:bodyPr>
          <a:p>
            <a:pPr>
              <a:lnSpc>
                <a:spcPts val="1749"/>
              </a:lnSpc>
              <a:buNone/>
              <a:tabLst>
                <a:tab algn="l" pos="0"/>
              </a:tabLst>
            </a:pPr>
            <a:r>
              <a:rPr b="0" lang="en-US" sz="1200" spc="-1" strike="noStrike">
                <a:solidFill>
                  <a:srgbClr val="4c4c4d"/>
                </a:solidFill>
                <a:latin typeface="Heebo"/>
                <a:ea typeface="Heebo"/>
              </a:rPr>
              <a:t>id (int, PK)</a:t>
            </a:r>
            <a:endParaRPr b="0" lang="en-IN" sz="1200" spc="-1" strike="noStrike">
              <a:latin typeface="Arial"/>
            </a:endParaRPr>
          </a:p>
        </p:txBody>
      </p:sp>
      <p:sp>
        <p:nvSpPr>
          <p:cNvPr id="621" name="Text 51"/>
          <p:cNvSpPr/>
          <p:nvPr/>
        </p:nvSpPr>
        <p:spPr>
          <a:xfrm>
            <a:off x="7477200" y="6828120"/>
            <a:ext cx="2790000" cy="226800"/>
          </a:xfrm>
          <a:prstGeom prst="rect">
            <a:avLst/>
          </a:prstGeom>
          <a:noFill/>
          <a:ln w="0">
            <a:noFill/>
          </a:ln>
        </p:spPr>
        <p:style>
          <a:lnRef idx="0"/>
          <a:fillRef idx="0"/>
          <a:effectRef idx="0"/>
          <a:fontRef idx="minor"/>
        </p:style>
        <p:txBody>
          <a:bodyPr wrap="none" lIns="0" rIns="0" tIns="0" bIns="0" anchor="t">
            <a:noAutofit/>
          </a:bodyPr>
          <a:p>
            <a:pPr>
              <a:lnSpc>
                <a:spcPts val="1749"/>
              </a:lnSpc>
              <a:buNone/>
              <a:tabLst>
                <a:tab algn="l" pos="0"/>
              </a:tabLst>
            </a:pPr>
            <a:r>
              <a:rPr b="0" lang="en-US" sz="1200" spc="-1" strike="noStrike">
                <a:solidFill>
                  <a:srgbClr val="4c4c4d"/>
                </a:solidFill>
                <a:latin typeface="Heebo"/>
                <a:ea typeface="Heebo"/>
              </a:rPr>
              <a:t>student_id, lesson_id</a:t>
            </a:r>
            <a:endParaRPr b="0" lang="en-IN" sz="1200" spc="-1" strike="noStrike">
              <a:latin typeface="Arial"/>
            </a:endParaRPr>
          </a:p>
        </p:txBody>
      </p:sp>
      <p:sp>
        <p:nvSpPr>
          <p:cNvPr id="622" name="Text 52"/>
          <p:cNvSpPr/>
          <p:nvPr/>
        </p:nvSpPr>
        <p:spPr>
          <a:xfrm>
            <a:off x="10591200" y="6828120"/>
            <a:ext cx="2793600" cy="454320"/>
          </a:xfrm>
          <a:prstGeom prst="rect">
            <a:avLst/>
          </a:prstGeom>
          <a:noFill/>
          <a:ln w="0">
            <a:noFill/>
          </a:ln>
        </p:spPr>
        <p:style>
          <a:lnRef idx="0"/>
          <a:fillRef idx="0"/>
          <a:effectRef idx="0"/>
          <a:fontRef idx="minor"/>
        </p:style>
        <p:txBody>
          <a:bodyPr lIns="0" rIns="0" tIns="0" bIns="0" anchor="t">
            <a:noAutofit/>
          </a:bodyPr>
          <a:p>
            <a:pPr>
              <a:lnSpc>
                <a:spcPts val="1749"/>
              </a:lnSpc>
              <a:buNone/>
              <a:tabLst>
                <a:tab algn="l" pos="0"/>
              </a:tabLst>
            </a:pPr>
            <a:r>
              <a:rPr b="0" lang="en-US" sz="1200" spc="-1" strike="noStrike">
                <a:solidFill>
                  <a:srgbClr val="4c4c4d"/>
                </a:solidFill>
                <a:latin typeface="Heebo"/>
                <a:ea typeface="Heebo"/>
              </a:rPr>
              <a:t>Per-student per-lesson notes in markdown</a:t>
            </a:r>
            <a:endParaRPr b="0" lang="en-IN" sz="1200" spc="-1" strike="noStrike">
              <a:latin typeface="Arial"/>
            </a:endParaRPr>
          </a:p>
        </p:txBody>
      </p:sp>
      <p:sp>
        <p:nvSpPr>
          <p:cNvPr id="623" name="Text 53"/>
          <p:cNvSpPr/>
          <p:nvPr/>
        </p:nvSpPr>
        <p:spPr>
          <a:xfrm>
            <a:off x="1079280" y="7515000"/>
            <a:ext cx="12471480" cy="226800"/>
          </a:xfrm>
          <a:prstGeom prst="rect">
            <a:avLst/>
          </a:prstGeom>
          <a:noFill/>
          <a:ln w="0">
            <a:noFill/>
          </a:ln>
        </p:spPr>
        <p:style>
          <a:lnRef idx="0"/>
          <a:fillRef idx="0"/>
          <a:effectRef idx="0"/>
          <a:fontRef idx="minor"/>
        </p:style>
        <p:txBody>
          <a:bodyPr wrap="none" lIns="0" rIns="0" tIns="0" bIns="0" anchor="t">
            <a:noAutofit/>
          </a:bodyPr>
          <a:p>
            <a:pPr>
              <a:lnSpc>
                <a:spcPts val="1749"/>
              </a:lnSpc>
              <a:buNone/>
              <a:tabLst>
                <a:tab algn="l" pos="0"/>
              </a:tabLst>
            </a:pPr>
            <a:r>
              <a:rPr b="1" lang="en-US" sz="1200" spc="-1" strike="noStrike">
                <a:solidFill>
                  <a:srgbClr val="4c4c4d"/>
                </a:solidFill>
                <a:latin typeface="Heebo"/>
                <a:ea typeface="Heebo"/>
              </a:rPr>
              <a:t>All tables use soft-delete (deleted_at BigInt) to preserve data integrity. UUIDs are used as public-facing identifiers to prevent enumeration attacks.</a:t>
            </a:r>
            <a:endParaRPr b="0" lang="en-IN" sz="1200" spc="-1" strike="noStrike">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4" name="Text 0"/>
          <p:cNvSpPr/>
          <p:nvPr/>
        </p:nvSpPr>
        <p:spPr>
          <a:xfrm>
            <a:off x="1935000" y="457920"/>
            <a:ext cx="5211000" cy="425880"/>
          </a:xfrm>
          <a:prstGeom prst="rect">
            <a:avLst/>
          </a:prstGeom>
          <a:noFill/>
          <a:ln w="0">
            <a:noFill/>
          </a:ln>
        </p:spPr>
        <p:style>
          <a:lnRef idx="0"/>
          <a:fillRef idx="0"/>
          <a:effectRef idx="0"/>
          <a:fontRef idx="minor"/>
        </p:style>
        <p:txBody>
          <a:bodyPr wrap="none" lIns="0" rIns="0" tIns="0" bIns="0" anchor="t">
            <a:noAutofit/>
          </a:bodyPr>
          <a:p>
            <a:pPr>
              <a:lnSpc>
                <a:spcPts val="3351"/>
              </a:lnSpc>
              <a:buNone/>
              <a:tabLst>
                <a:tab algn="l" pos="0"/>
              </a:tabLst>
            </a:pPr>
            <a:r>
              <a:rPr b="0" lang="en-US" sz="2650" spc="-1" strike="noStrike">
                <a:solidFill>
                  <a:srgbClr val="152d47"/>
                </a:solidFill>
                <a:latin typeface="Crimson Pro Semi Bold"/>
                <a:ea typeface="Crimson Pro Semi Bold"/>
              </a:rPr>
              <a:t>REST API Design &amp; Technology Stack</a:t>
            </a:r>
            <a:endParaRPr b="0" lang="en-IN" sz="2650" spc="-1" strike="noStrike">
              <a:latin typeface="Arial"/>
            </a:endParaRPr>
          </a:p>
        </p:txBody>
      </p:sp>
      <p:sp>
        <p:nvSpPr>
          <p:cNvPr id="625" name="Text 1"/>
          <p:cNvSpPr/>
          <p:nvPr/>
        </p:nvSpPr>
        <p:spPr>
          <a:xfrm>
            <a:off x="1935000" y="1072080"/>
            <a:ext cx="10759680" cy="183960"/>
          </a:xfrm>
          <a:prstGeom prst="rect">
            <a:avLst/>
          </a:prstGeom>
          <a:noFill/>
          <a:ln w="0">
            <a:noFill/>
          </a:ln>
        </p:spPr>
        <p:style>
          <a:lnRef idx="0"/>
          <a:fillRef idx="0"/>
          <a:effectRef idx="0"/>
          <a:fontRef idx="minor"/>
        </p:style>
        <p:txBody>
          <a:bodyPr wrap="none" lIns="0" rIns="0" tIns="0" bIns="0" anchor="t">
            <a:noAutofit/>
          </a:bodyPr>
          <a:p>
            <a:pPr>
              <a:lnSpc>
                <a:spcPts val="1451"/>
              </a:lnSpc>
              <a:buNone/>
              <a:tabLst>
                <a:tab algn="l" pos="0"/>
              </a:tabLst>
            </a:pPr>
            <a:r>
              <a:rPr b="0" lang="en-US" sz="1050" spc="-1" strike="noStrike">
                <a:solidFill>
                  <a:srgbClr val="4c4c4d"/>
                </a:solidFill>
                <a:latin typeface="Heebo"/>
                <a:ea typeface="Heebo"/>
              </a:rPr>
              <a:t>The system exposes a versioned REST API (/api/v1/) with role-based access control. All endpoints are protected by JWT guards. The following table lists the key API endpoints.</a:t>
            </a:r>
            <a:endParaRPr b="0" lang="en-IN" sz="1050" spc="-1" strike="noStrike">
              <a:latin typeface="Arial"/>
            </a:endParaRPr>
          </a:p>
        </p:txBody>
      </p:sp>
      <p:sp>
        <p:nvSpPr>
          <p:cNvPr id="626" name="Shape 2"/>
          <p:cNvSpPr/>
          <p:nvPr/>
        </p:nvSpPr>
        <p:spPr>
          <a:xfrm>
            <a:off x="1935000" y="1361520"/>
            <a:ext cx="10759680" cy="4692240"/>
          </a:xfrm>
          <a:prstGeom prst="roundRect">
            <a:avLst>
              <a:gd name="adj" fmla="val 436"/>
            </a:avLst>
          </a:prstGeom>
          <a:noFill/>
          <a:ln w="7620">
            <a:solidFill>
              <a:srgbClr val="000000">
                <a:alpha val="8000"/>
              </a:srgbClr>
            </a:solidFill>
            <a:round/>
          </a:ln>
        </p:spPr>
        <p:style>
          <a:lnRef idx="0"/>
          <a:fillRef idx="0"/>
          <a:effectRef idx="0"/>
          <a:fontRef idx="minor"/>
        </p:style>
      </p:sp>
      <p:sp>
        <p:nvSpPr>
          <p:cNvPr id="627" name="Shape 3"/>
          <p:cNvSpPr/>
          <p:nvPr/>
        </p:nvSpPr>
        <p:spPr>
          <a:xfrm>
            <a:off x="1942920" y="1369080"/>
            <a:ext cx="10744560" cy="311400"/>
          </a:xfrm>
          <a:prstGeom prst="rect">
            <a:avLst/>
          </a:prstGeom>
          <a:solidFill>
            <a:srgbClr val="ffffff">
              <a:alpha val="4000"/>
            </a:srgbClr>
          </a:solidFill>
          <a:ln w="0">
            <a:noFill/>
          </a:ln>
        </p:spPr>
        <p:style>
          <a:lnRef idx="0"/>
          <a:fillRef idx="0"/>
          <a:effectRef idx="0"/>
          <a:fontRef idx="minor"/>
        </p:style>
      </p:sp>
      <p:sp>
        <p:nvSpPr>
          <p:cNvPr id="628" name="Text 4"/>
          <p:cNvSpPr/>
          <p:nvPr/>
        </p:nvSpPr>
        <p:spPr>
          <a:xfrm>
            <a:off x="2079360" y="1433160"/>
            <a:ext cx="1012320" cy="183960"/>
          </a:xfrm>
          <a:prstGeom prst="rect">
            <a:avLst/>
          </a:prstGeom>
          <a:noFill/>
          <a:ln w="0">
            <a:noFill/>
          </a:ln>
        </p:spPr>
        <p:style>
          <a:lnRef idx="0"/>
          <a:fillRef idx="0"/>
          <a:effectRef idx="0"/>
          <a:fontRef idx="minor"/>
        </p:style>
        <p:txBody>
          <a:bodyPr wrap="none" lIns="0" rIns="0" tIns="0" bIns="0" anchor="t">
            <a:noAutofit/>
          </a:bodyPr>
          <a:p>
            <a:pPr>
              <a:lnSpc>
                <a:spcPts val="1451"/>
              </a:lnSpc>
              <a:buNone/>
              <a:tabLst>
                <a:tab algn="l" pos="0"/>
              </a:tabLst>
            </a:pPr>
            <a:r>
              <a:rPr b="0" lang="en-US" sz="1050" spc="-1" strike="noStrike">
                <a:solidFill>
                  <a:srgbClr val="4c4c4d"/>
                </a:solidFill>
                <a:latin typeface="Heebo"/>
                <a:ea typeface="Heebo"/>
              </a:rPr>
              <a:t>Method</a:t>
            </a:r>
            <a:endParaRPr b="0" lang="en-IN" sz="1050" spc="-1" strike="noStrike">
              <a:latin typeface="Arial"/>
            </a:endParaRPr>
          </a:p>
        </p:txBody>
      </p:sp>
      <p:sp>
        <p:nvSpPr>
          <p:cNvPr id="629" name="Text 5"/>
          <p:cNvSpPr/>
          <p:nvPr/>
        </p:nvSpPr>
        <p:spPr>
          <a:xfrm>
            <a:off x="3372480" y="1433160"/>
            <a:ext cx="3801960" cy="183960"/>
          </a:xfrm>
          <a:prstGeom prst="rect">
            <a:avLst/>
          </a:prstGeom>
          <a:noFill/>
          <a:ln w="0">
            <a:noFill/>
          </a:ln>
        </p:spPr>
        <p:style>
          <a:lnRef idx="0"/>
          <a:fillRef idx="0"/>
          <a:effectRef idx="0"/>
          <a:fontRef idx="minor"/>
        </p:style>
        <p:txBody>
          <a:bodyPr wrap="none" lIns="0" rIns="0" tIns="0" bIns="0" anchor="t">
            <a:noAutofit/>
          </a:bodyPr>
          <a:p>
            <a:pPr>
              <a:lnSpc>
                <a:spcPts val="1451"/>
              </a:lnSpc>
              <a:buNone/>
              <a:tabLst>
                <a:tab algn="l" pos="0"/>
              </a:tabLst>
            </a:pPr>
            <a:r>
              <a:rPr b="0" lang="en-US" sz="1050" spc="-1" strike="noStrike">
                <a:solidFill>
                  <a:srgbClr val="4c4c4d"/>
                </a:solidFill>
                <a:latin typeface="Heebo"/>
                <a:ea typeface="Heebo"/>
              </a:rPr>
              <a:t>Endpoint</a:t>
            </a:r>
            <a:endParaRPr b="0" lang="en-IN" sz="1050" spc="-1" strike="noStrike">
              <a:latin typeface="Arial"/>
            </a:endParaRPr>
          </a:p>
        </p:txBody>
      </p:sp>
      <p:sp>
        <p:nvSpPr>
          <p:cNvPr id="630" name="Text 6"/>
          <p:cNvSpPr/>
          <p:nvPr/>
        </p:nvSpPr>
        <p:spPr>
          <a:xfrm>
            <a:off x="7455600" y="1433160"/>
            <a:ext cx="1008360" cy="183960"/>
          </a:xfrm>
          <a:prstGeom prst="rect">
            <a:avLst/>
          </a:prstGeom>
          <a:noFill/>
          <a:ln w="0">
            <a:noFill/>
          </a:ln>
        </p:spPr>
        <p:style>
          <a:lnRef idx="0"/>
          <a:fillRef idx="0"/>
          <a:effectRef idx="0"/>
          <a:fontRef idx="minor"/>
        </p:style>
        <p:txBody>
          <a:bodyPr wrap="none" lIns="0" rIns="0" tIns="0" bIns="0" anchor="t">
            <a:noAutofit/>
          </a:bodyPr>
          <a:p>
            <a:pPr>
              <a:lnSpc>
                <a:spcPts val="1451"/>
              </a:lnSpc>
              <a:buNone/>
              <a:tabLst>
                <a:tab algn="l" pos="0"/>
              </a:tabLst>
            </a:pPr>
            <a:r>
              <a:rPr b="0" lang="en-US" sz="1050" spc="-1" strike="noStrike">
                <a:solidFill>
                  <a:srgbClr val="4c4c4d"/>
                </a:solidFill>
                <a:latin typeface="Heebo"/>
                <a:ea typeface="Heebo"/>
              </a:rPr>
              <a:t>Role</a:t>
            </a:r>
            <a:endParaRPr b="0" lang="en-IN" sz="1050" spc="-1" strike="noStrike">
              <a:latin typeface="Arial"/>
            </a:endParaRPr>
          </a:p>
        </p:txBody>
      </p:sp>
      <p:sp>
        <p:nvSpPr>
          <p:cNvPr id="631" name="Text 7"/>
          <p:cNvSpPr/>
          <p:nvPr/>
        </p:nvSpPr>
        <p:spPr>
          <a:xfrm>
            <a:off x="8744760" y="1433160"/>
            <a:ext cx="3805920" cy="183960"/>
          </a:xfrm>
          <a:prstGeom prst="rect">
            <a:avLst/>
          </a:prstGeom>
          <a:noFill/>
          <a:ln w="0">
            <a:noFill/>
          </a:ln>
        </p:spPr>
        <p:style>
          <a:lnRef idx="0"/>
          <a:fillRef idx="0"/>
          <a:effectRef idx="0"/>
          <a:fontRef idx="minor"/>
        </p:style>
        <p:txBody>
          <a:bodyPr wrap="none" lIns="0" rIns="0" tIns="0" bIns="0" anchor="t">
            <a:noAutofit/>
          </a:bodyPr>
          <a:p>
            <a:pPr>
              <a:lnSpc>
                <a:spcPts val="1451"/>
              </a:lnSpc>
              <a:buNone/>
              <a:tabLst>
                <a:tab algn="l" pos="0"/>
              </a:tabLst>
            </a:pPr>
            <a:r>
              <a:rPr b="0" lang="en-US" sz="1050" spc="-1" strike="noStrike">
                <a:solidFill>
                  <a:srgbClr val="4c4c4d"/>
                </a:solidFill>
                <a:latin typeface="Heebo"/>
                <a:ea typeface="Heebo"/>
              </a:rPr>
              <a:t>Description</a:t>
            </a:r>
            <a:endParaRPr b="0" lang="en-IN" sz="1050" spc="-1" strike="noStrike">
              <a:latin typeface="Arial"/>
            </a:endParaRPr>
          </a:p>
        </p:txBody>
      </p:sp>
      <p:sp>
        <p:nvSpPr>
          <p:cNvPr id="632" name="Shape 8"/>
          <p:cNvSpPr/>
          <p:nvPr/>
        </p:nvSpPr>
        <p:spPr>
          <a:xfrm>
            <a:off x="1942920" y="1681200"/>
            <a:ext cx="10744560" cy="311400"/>
          </a:xfrm>
          <a:prstGeom prst="rect">
            <a:avLst/>
          </a:prstGeom>
          <a:solidFill>
            <a:srgbClr val="000000">
              <a:alpha val="4000"/>
            </a:srgbClr>
          </a:solidFill>
          <a:ln w="0">
            <a:noFill/>
          </a:ln>
        </p:spPr>
        <p:style>
          <a:lnRef idx="0"/>
          <a:fillRef idx="0"/>
          <a:effectRef idx="0"/>
          <a:fontRef idx="minor"/>
        </p:style>
      </p:sp>
      <p:sp>
        <p:nvSpPr>
          <p:cNvPr id="633" name="Text 9"/>
          <p:cNvSpPr/>
          <p:nvPr/>
        </p:nvSpPr>
        <p:spPr>
          <a:xfrm>
            <a:off x="2079360" y="1744920"/>
            <a:ext cx="1012320" cy="183960"/>
          </a:xfrm>
          <a:prstGeom prst="rect">
            <a:avLst/>
          </a:prstGeom>
          <a:noFill/>
          <a:ln w="0">
            <a:noFill/>
          </a:ln>
        </p:spPr>
        <p:style>
          <a:lnRef idx="0"/>
          <a:fillRef idx="0"/>
          <a:effectRef idx="0"/>
          <a:fontRef idx="minor"/>
        </p:style>
        <p:txBody>
          <a:bodyPr wrap="none" lIns="0" rIns="0" tIns="0" bIns="0" anchor="t">
            <a:noAutofit/>
          </a:bodyPr>
          <a:p>
            <a:pPr>
              <a:lnSpc>
                <a:spcPts val="1451"/>
              </a:lnSpc>
              <a:buNone/>
              <a:tabLst>
                <a:tab algn="l" pos="0"/>
              </a:tabLst>
            </a:pPr>
            <a:r>
              <a:rPr b="0" lang="en-US" sz="1050" spc="-1" strike="noStrike">
                <a:solidFill>
                  <a:srgbClr val="4c4c4d"/>
                </a:solidFill>
                <a:latin typeface="Heebo"/>
                <a:ea typeface="Heebo"/>
              </a:rPr>
              <a:t>POST</a:t>
            </a:r>
            <a:endParaRPr b="0" lang="en-IN" sz="1050" spc="-1" strike="noStrike">
              <a:latin typeface="Arial"/>
            </a:endParaRPr>
          </a:p>
        </p:txBody>
      </p:sp>
      <p:sp>
        <p:nvSpPr>
          <p:cNvPr id="634" name="Text 10"/>
          <p:cNvSpPr/>
          <p:nvPr/>
        </p:nvSpPr>
        <p:spPr>
          <a:xfrm>
            <a:off x="3372480" y="1744920"/>
            <a:ext cx="3801960" cy="183960"/>
          </a:xfrm>
          <a:prstGeom prst="rect">
            <a:avLst/>
          </a:prstGeom>
          <a:noFill/>
          <a:ln w="0">
            <a:noFill/>
          </a:ln>
        </p:spPr>
        <p:style>
          <a:lnRef idx="0"/>
          <a:fillRef idx="0"/>
          <a:effectRef idx="0"/>
          <a:fontRef idx="minor"/>
        </p:style>
        <p:txBody>
          <a:bodyPr wrap="none" lIns="0" rIns="0" tIns="0" bIns="0" anchor="t">
            <a:noAutofit/>
          </a:bodyPr>
          <a:p>
            <a:pPr>
              <a:lnSpc>
                <a:spcPts val="1451"/>
              </a:lnSpc>
              <a:buNone/>
              <a:tabLst>
                <a:tab algn="l" pos="0"/>
              </a:tabLst>
            </a:pPr>
            <a:r>
              <a:rPr b="0" lang="en-US" sz="1050" spc="-1" strike="noStrike">
                <a:solidFill>
                  <a:srgbClr val="4c4c4d"/>
                </a:solidFill>
                <a:latin typeface="Heebo"/>
                <a:ea typeface="Heebo"/>
              </a:rPr>
              <a:t>/api/v1/auth/register</a:t>
            </a:r>
            <a:endParaRPr b="0" lang="en-IN" sz="1050" spc="-1" strike="noStrike">
              <a:latin typeface="Arial"/>
            </a:endParaRPr>
          </a:p>
        </p:txBody>
      </p:sp>
      <p:sp>
        <p:nvSpPr>
          <p:cNvPr id="635" name="Text 11"/>
          <p:cNvSpPr/>
          <p:nvPr/>
        </p:nvSpPr>
        <p:spPr>
          <a:xfrm>
            <a:off x="7455600" y="1744920"/>
            <a:ext cx="1008360" cy="183960"/>
          </a:xfrm>
          <a:prstGeom prst="rect">
            <a:avLst/>
          </a:prstGeom>
          <a:noFill/>
          <a:ln w="0">
            <a:noFill/>
          </a:ln>
        </p:spPr>
        <p:style>
          <a:lnRef idx="0"/>
          <a:fillRef idx="0"/>
          <a:effectRef idx="0"/>
          <a:fontRef idx="minor"/>
        </p:style>
        <p:txBody>
          <a:bodyPr wrap="none" lIns="0" rIns="0" tIns="0" bIns="0" anchor="t">
            <a:noAutofit/>
          </a:bodyPr>
          <a:p>
            <a:pPr>
              <a:lnSpc>
                <a:spcPts val="1451"/>
              </a:lnSpc>
              <a:buNone/>
              <a:tabLst>
                <a:tab algn="l" pos="0"/>
              </a:tabLst>
            </a:pPr>
            <a:r>
              <a:rPr b="0" lang="en-US" sz="1050" spc="-1" strike="noStrike">
                <a:solidFill>
                  <a:srgbClr val="4c4c4d"/>
                </a:solidFill>
                <a:latin typeface="Heebo"/>
                <a:ea typeface="Heebo"/>
              </a:rPr>
              <a:t>Public</a:t>
            </a:r>
            <a:endParaRPr b="0" lang="en-IN" sz="1050" spc="-1" strike="noStrike">
              <a:latin typeface="Arial"/>
            </a:endParaRPr>
          </a:p>
        </p:txBody>
      </p:sp>
      <p:sp>
        <p:nvSpPr>
          <p:cNvPr id="636" name="Text 12"/>
          <p:cNvSpPr/>
          <p:nvPr/>
        </p:nvSpPr>
        <p:spPr>
          <a:xfrm>
            <a:off x="8744760" y="1744920"/>
            <a:ext cx="3805920" cy="183960"/>
          </a:xfrm>
          <a:prstGeom prst="rect">
            <a:avLst/>
          </a:prstGeom>
          <a:noFill/>
          <a:ln w="0">
            <a:noFill/>
          </a:ln>
        </p:spPr>
        <p:style>
          <a:lnRef idx="0"/>
          <a:fillRef idx="0"/>
          <a:effectRef idx="0"/>
          <a:fontRef idx="minor"/>
        </p:style>
        <p:txBody>
          <a:bodyPr wrap="none" lIns="0" rIns="0" tIns="0" bIns="0" anchor="t">
            <a:noAutofit/>
          </a:bodyPr>
          <a:p>
            <a:pPr>
              <a:lnSpc>
                <a:spcPts val="1451"/>
              </a:lnSpc>
              <a:buNone/>
              <a:tabLst>
                <a:tab algn="l" pos="0"/>
              </a:tabLst>
            </a:pPr>
            <a:r>
              <a:rPr b="0" lang="en-US" sz="1050" spc="-1" strike="noStrike">
                <a:solidFill>
                  <a:srgbClr val="4c4c4d"/>
                </a:solidFill>
                <a:latin typeface="Heebo"/>
                <a:ea typeface="Heebo"/>
              </a:rPr>
              <a:t>Register new teacher or student account</a:t>
            </a:r>
            <a:endParaRPr b="0" lang="en-IN" sz="1050" spc="-1" strike="noStrike">
              <a:latin typeface="Arial"/>
            </a:endParaRPr>
          </a:p>
        </p:txBody>
      </p:sp>
      <p:sp>
        <p:nvSpPr>
          <p:cNvPr id="637" name="Shape 13"/>
          <p:cNvSpPr/>
          <p:nvPr/>
        </p:nvSpPr>
        <p:spPr>
          <a:xfrm>
            <a:off x="1942920" y="1992960"/>
            <a:ext cx="10744560" cy="311400"/>
          </a:xfrm>
          <a:prstGeom prst="rect">
            <a:avLst/>
          </a:prstGeom>
          <a:solidFill>
            <a:srgbClr val="ffffff">
              <a:alpha val="4000"/>
            </a:srgbClr>
          </a:solidFill>
          <a:ln w="0">
            <a:noFill/>
          </a:ln>
        </p:spPr>
        <p:style>
          <a:lnRef idx="0"/>
          <a:fillRef idx="0"/>
          <a:effectRef idx="0"/>
          <a:fontRef idx="minor"/>
        </p:style>
      </p:sp>
      <p:sp>
        <p:nvSpPr>
          <p:cNvPr id="638" name="Text 14"/>
          <p:cNvSpPr/>
          <p:nvPr/>
        </p:nvSpPr>
        <p:spPr>
          <a:xfrm>
            <a:off x="2079360" y="2056680"/>
            <a:ext cx="1012320" cy="183960"/>
          </a:xfrm>
          <a:prstGeom prst="rect">
            <a:avLst/>
          </a:prstGeom>
          <a:noFill/>
          <a:ln w="0">
            <a:noFill/>
          </a:ln>
        </p:spPr>
        <p:style>
          <a:lnRef idx="0"/>
          <a:fillRef idx="0"/>
          <a:effectRef idx="0"/>
          <a:fontRef idx="minor"/>
        </p:style>
        <p:txBody>
          <a:bodyPr wrap="none" lIns="0" rIns="0" tIns="0" bIns="0" anchor="t">
            <a:noAutofit/>
          </a:bodyPr>
          <a:p>
            <a:pPr>
              <a:lnSpc>
                <a:spcPts val="1451"/>
              </a:lnSpc>
              <a:buNone/>
              <a:tabLst>
                <a:tab algn="l" pos="0"/>
              </a:tabLst>
            </a:pPr>
            <a:r>
              <a:rPr b="0" lang="en-US" sz="1050" spc="-1" strike="noStrike">
                <a:solidFill>
                  <a:srgbClr val="4c4c4d"/>
                </a:solidFill>
                <a:latin typeface="Heebo"/>
                <a:ea typeface="Heebo"/>
              </a:rPr>
              <a:t>POST</a:t>
            </a:r>
            <a:endParaRPr b="0" lang="en-IN" sz="1050" spc="-1" strike="noStrike">
              <a:latin typeface="Arial"/>
            </a:endParaRPr>
          </a:p>
        </p:txBody>
      </p:sp>
      <p:sp>
        <p:nvSpPr>
          <p:cNvPr id="639" name="Text 15"/>
          <p:cNvSpPr/>
          <p:nvPr/>
        </p:nvSpPr>
        <p:spPr>
          <a:xfrm>
            <a:off x="3372480" y="2056680"/>
            <a:ext cx="3801960" cy="183960"/>
          </a:xfrm>
          <a:prstGeom prst="rect">
            <a:avLst/>
          </a:prstGeom>
          <a:noFill/>
          <a:ln w="0">
            <a:noFill/>
          </a:ln>
        </p:spPr>
        <p:style>
          <a:lnRef idx="0"/>
          <a:fillRef idx="0"/>
          <a:effectRef idx="0"/>
          <a:fontRef idx="minor"/>
        </p:style>
        <p:txBody>
          <a:bodyPr wrap="none" lIns="0" rIns="0" tIns="0" bIns="0" anchor="t">
            <a:noAutofit/>
          </a:bodyPr>
          <a:p>
            <a:pPr>
              <a:lnSpc>
                <a:spcPts val="1451"/>
              </a:lnSpc>
              <a:buNone/>
              <a:tabLst>
                <a:tab algn="l" pos="0"/>
              </a:tabLst>
            </a:pPr>
            <a:r>
              <a:rPr b="0" lang="en-US" sz="1050" spc="-1" strike="noStrike">
                <a:solidFill>
                  <a:srgbClr val="4c4c4d"/>
                </a:solidFill>
                <a:latin typeface="Heebo"/>
                <a:ea typeface="Heebo"/>
              </a:rPr>
              <a:t>/api/v1/auth/login</a:t>
            </a:r>
            <a:endParaRPr b="0" lang="en-IN" sz="1050" spc="-1" strike="noStrike">
              <a:latin typeface="Arial"/>
            </a:endParaRPr>
          </a:p>
        </p:txBody>
      </p:sp>
      <p:sp>
        <p:nvSpPr>
          <p:cNvPr id="640" name="Text 16"/>
          <p:cNvSpPr/>
          <p:nvPr/>
        </p:nvSpPr>
        <p:spPr>
          <a:xfrm>
            <a:off x="7455600" y="2056680"/>
            <a:ext cx="1008360" cy="183960"/>
          </a:xfrm>
          <a:prstGeom prst="rect">
            <a:avLst/>
          </a:prstGeom>
          <a:noFill/>
          <a:ln w="0">
            <a:noFill/>
          </a:ln>
        </p:spPr>
        <p:style>
          <a:lnRef idx="0"/>
          <a:fillRef idx="0"/>
          <a:effectRef idx="0"/>
          <a:fontRef idx="minor"/>
        </p:style>
        <p:txBody>
          <a:bodyPr wrap="none" lIns="0" rIns="0" tIns="0" bIns="0" anchor="t">
            <a:noAutofit/>
          </a:bodyPr>
          <a:p>
            <a:pPr>
              <a:lnSpc>
                <a:spcPts val="1451"/>
              </a:lnSpc>
              <a:buNone/>
              <a:tabLst>
                <a:tab algn="l" pos="0"/>
              </a:tabLst>
            </a:pPr>
            <a:r>
              <a:rPr b="0" lang="en-US" sz="1050" spc="-1" strike="noStrike">
                <a:solidFill>
                  <a:srgbClr val="4c4c4d"/>
                </a:solidFill>
                <a:latin typeface="Heebo"/>
                <a:ea typeface="Heebo"/>
              </a:rPr>
              <a:t>Public</a:t>
            </a:r>
            <a:endParaRPr b="0" lang="en-IN" sz="1050" spc="-1" strike="noStrike">
              <a:latin typeface="Arial"/>
            </a:endParaRPr>
          </a:p>
        </p:txBody>
      </p:sp>
      <p:sp>
        <p:nvSpPr>
          <p:cNvPr id="641" name="Text 17"/>
          <p:cNvSpPr/>
          <p:nvPr/>
        </p:nvSpPr>
        <p:spPr>
          <a:xfrm>
            <a:off x="8744760" y="2056680"/>
            <a:ext cx="3805920" cy="183960"/>
          </a:xfrm>
          <a:prstGeom prst="rect">
            <a:avLst/>
          </a:prstGeom>
          <a:noFill/>
          <a:ln w="0">
            <a:noFill/>
          </a:ln>
        </p:spPr>
        <p:style>
          <a:lnRef idx="0"/>
          <a:fillRef idx="0"/>
          <a:effectRef idx="0"/>
          <a:fontRef idx="minor"/>
        </p:style>
        <p:txBody>
          <a:bodyPr wrap="none" lIns="0" rIns="0" tIns="0" bIns="0" anchor="t">
            <a:noAutofit/>
          </a:bodyPr>
          <a:p>
            <a:pPr>
              <a:lnSpc>
                <a:spcPts val="1451"/>
              </a:lnSpc>
              <a:buNone/>
              <a:tabLst>
                <a:tab algn="l" pos="0"/>
              </a:tabLst>
            </a:pPr>
            <a:r>
              <a:rPr b="0" lang="en-US" sz="1050" spc="-1" strike="noStrike">
                <a:solidFill>
                  <a:srgbClr val="4c4c4d"/>
                </a:solidFill>
                <a:latin typeface="Heebo"/>
                <a:ea typeface="Heebo"/>
              </a:rPr>
              <a:t>Login and receive JWT token</a:t>
            </a:r>
            <a:endParaRPr b="0" lang="en-IN" sz="1050" spc="-1" strike="noStrike">
              <a:latin typeface="Arial"/>
            </a:endParaRPr>
          </a:p>
        </p:txBody>
      </p:sp>
      <p:sp>
        <p:nvSpPr>
          <p:cNvPr id="642" name="Shape 18"/>
          <p:cNvSpPr/>
          <p:nvPr/>
        </p:nvSpPr>
        <p:spPr>
          <a:xfrm>
            <a:off x="1942920" y="2304720"/>
            <a:ext cx="10744560" cy="311400"/>
          </a:xfrm>
          <a:prstGeom prst="rect">
            <a:avLst/>
          </a:prstGeom>
          <a:solidFill>
            <a:srgbClr val="000000">
              <a:alpha val="4000"/>
            </a:srgbClr>
          </a:solidFill>
          <a:ln w="0">
            <a:noFill/>
          </a:ln>
        </p:spPr>
        <p:style>
          <a:lnRef idx="0"/>
          <a:fillRef idx="0"/>
          <a:effectRef idx="0"/>
          <a:fontRef idx="minor"/>
        </p:style>
      </p:sp>
      <p:sp>
        <p:nvSpPr>
          <p:cNvPr id="643" name="Text 19"/>
          <p:cNvSpPr/>
          <p:nvPr/>
        </p:nvSpPr>
        <p:spPr>
          <a:xfrm>
            <a:off x="2079360" y="2368440"/>
            <a:ext cx="1012320" cy="183960"/>
          </a:xfrm>
          <a:prstGeom prst="rect">
            <a:avLst/>
          </a:prstGeom>
          <a:noFill/>
          <a:ln w="0">
            <a:noFill/>
          </a:ln>
        </p:spPr>
        <p:style>
          <a:lnRef idx="0"/>
          <a:fillRef idx="0"/>
          <a:effectRef idx="0"/>
          <a:fontRef idx="minor"/>
        </p:style>
        <p:txBody>
          <a:bodyPr wrap="none" lIns="0" rIns="0" tIns="0" bIns="0" anchor="t">
            <a:noAutofit/>
          </a:bodyPr>
          <a:p>
            <a:pPr>
              <a:lnSpc>
                <a:spcPts val="1451"/>
              </a:lnSpc>
              <a:buNone/>
              <a:tabLst>
                <a:tab algn="l" pos="0"/>
              </a:tabLst>
            </a:pPr>
            <a:r>
              <a:rPr b="0" lang="en-US" sz="1050" spc="-1" strike="noStrike">
                <a:solidFill>
                  <a:srgbClr val="4c4c4d"/>
                </a:solidFill>
                <a:latin typeface="Heebo"/>
                <a:ea typeface="Heebo"/>
              </a:rPr>
              <a:t>POST</a:t>
            </a:r>
            <a:endParaRPr b="0" lang="en-IN" sz="1050" spc="-1" strike="noStrike">
              <a:latin typeface="Arial"/>
            </a:endParaRPr>
          </a:p>
        </p:txBody>
      </p:sp>
      <p:sp>
        <p:nvSpPr>
          <p:cNvPr id="644" name="Text 20"/>
          <p:cNvSpPr/>
          <p:nvPr/>
        </p:nvSpPr>
        <p:spPr>
          <a:xfrm>
            <a:off x="3372480" y="2368440"/>
            <a:ext cx="3801960" cy="183960"/>
          </a:xfrm>
          <a:prstGeom prst="rect">
            <a:avLst/>
          </a:prstGeom>
          <a:noFill/>
          <a:ln w="0">
            <a:noFill/>
          </a:ln>
        </p:spPr>
        <p:style>
          <a:lnRef idx="0"/>
          <a:fillRef idx="0"/>
          <a:effectRef idx="0"/>
          <a:fontRef idx="minor"/>
        </p:style>
        <p:txBody>
          <a:bodyPr wrap="none" lIns="0" rIns="0" tIns="0" bIns="0" anchor="t">
            <a:noAutofit/>
          </a:bodyPr>
          <a:p>
            <a:pPr>
              <a:lnSpc>
                <a:spcPts val="1451"/>
              </a:lnSpc>
              <a:buNone/>
              <a:tabLst>
                <a:tab algn="l" pos="0"/>
              </a:tabLst>
            </a:pPr>
            <a:r>
              <a:rPr b="0" lang="en-US" sz="1050" spc="-1" strike="noStrike">
                <a:solidFill>
                  <a:srgbClr val="4c4c4d"/>
                </a:solidFill>
                <a:latin typeface="Heebo"/>
                <a:ea typeface="Heebo"/>
              </a:rPr>
              <a:t>/api/v1/courses</a:t>
            </a:r>
            <a:endParaRPr b="0" lang="en-IN" sz="1050" spc="-1" strike="noStrike">
              <a:latin typeface="Arial"/>
            </a:endParaRPr>
          </a:p>
        </p:txBody>
      </p:sp>
      <p:sp>
        <p:nvSpPr>
          <p:cNvPr id="645" name="Text 21"/>
          <p:cNvSpPr/>
          <p:nvPr/>
        </p:nvSpPr>
        <p:spPr>
          <a:xfrm>
            <a:off x="7455600" y="2368440"/>
            <a:ext cx="1008360" cy="183960"/>
          </a:xfrm>
          <a:prstGeom prst="rect">
            <a:avLst/>
          </a:prstGeom>
          <a:noFill/>
          <a:ln w="0">
            <a:noFill/>
          </a:ln>
        </p:spPr>
        <p:style>
          <a:lnRef idx="0"/>
          <a:fillRef idx="0"/>
          <a:effectRef idx="0"/>
          <a:fontRef idx="minor"/>
        </p:style>
        <p:txBody>
          <a:bodyPr wrap="none" lIns="0" rIns="0" tIns="0" bIns="0" anchor="t">
            <a:noAutofit/>
          </a:bodyPr>
          <a:p>
            <a:pPr>
              <a:lnSpc>
                <a:spcPts val="1451"/>
              </a:lnSpc>
              <a:buNone/>
              <a:tabLst>
                <a:tab algn="l" pos="0"/>
              </a:tabLst>
            </a:pPr>
            <a:r>
              <a:rPr b="0" lang="en-US" sz="1050" spc="-1" strike="noStrike">
                <a:solidFill>
                  <a:srgbClr val="4c4c4d"/>
                </a:solidFill>
                <a:latin typeface="Heebo"/>
                <a:ea typeface="Heebo"/>
              </a:rPr>
              <a:t>Teacher</a:t>
            </a:r>
            <a:endParaRPr b="0" lang="en-IN" sz="1050" spc="-1" strike="noStrike">
              <a:latin typeface="Arial"/>
            </a:endParaRPr>
          </a:p>
        </p:txBody>
      </p:sp>
      <p:sp>
        <p:nvSpPr>
          <p:cNvPr id="646" name="Text 22"/>
          <p:cNvSpPr/>
          <p:nvPr/>
        </p:nvSpPr>
        <p:spPr>
          <a:xfrm>
            <a:off x="8744760" y="2368440"/>
            <a:ext cx="3805920" cy="183960"/>
          </a:xfrm>
          <a:prstGeom prst="rect">
            <a:avLst/>
          </a:prstGeom>
          <a:noFill/>
          <a:ln w="0">
            <a:noFill/>
          </a:ln>
        </p:spPr>
        <p:style>
          <a:lnRef idx="0"/>
          <a:fillRef idx="0"/>
          <a:effectRef idx="0"/>
          <a:fontRef idx="minor"/>
        </p:style>
        <p:txBody>
          <a:bodyPr wrap="none" lIns="0" rIns="0" tIns="0" bIns="0" anchor="t">
            <a:noAutofit/>
          </a:bodyPr>
          <a:p>
            <a:pPr>
              <a:lnSpc>
                <a:spcPts val="1451"/>
              </a:lnSpc>
              <a:buNone/>
              <a:tabLst>
                <a:tab algn="l" pos="0"/>
              </a:tabLst>
            </a:pPr>
            <a:r>
              <a:rPr b="0" lang="en-US" sz="1050" spc="-1" strike="noStrike">
                <a:solidFill>
                  <a:srgbClr val="4c4c4d"/>
                </a:solidFill>
                <a:latin typeface="Heebo"/>
                <a:ea typeface="Heebo"/>
              </a:rPr>
              <a:t>Create a new course</a:t>
            </a:r>
            <a:endParaRPr b="0" lang="en-IN" sz="1050" spc="-1" strike="noStrike">
              <a:latin typeface="Arial"/>
            </a:endParaRPr>
          </a:p>
        </p:txBody>
      </p:sp>
      <p:sp>
        <p:nvSpPr>
          <p:cNvPr id="647" name="Shape 23"/>
          <p:cNvSpPr/>
          <p:nvPr/>
        </p:nvSpPr>
        <p:spPr>
          <a:xfrm>
            <a:off x="1942920" y="2616480"/>
            <a:ext cx="10744560" cy="311400"/>
          </a:xfrm>
          <a:prstGeom prst="rect">
            <a:avLst/>
          </a:prstGeom>
          <a:solidFill>
            <a:srgbClr val="ffffff">
              <a:alpha val="4000"/>
            </a:srgbClr>
          </a:solidFill>
          <a:ln w="0">
            <a:noFill/>
          </a:ln>
        </p:spPr>
        <p:style>
          <a:lnRef idx="0"/>
          <a:fillRef idx="0"/>
          <a:effectRef idx="0"/>
          <a:fontRef idx="minor"/>
        </p:style>
      </p:sp>
      <p:sp>
        <p:nvSpPr>
          <p:cNvPr id="648" name="Text 24"/>
          <p:cNvSpPr/>
          <p:nvPr/>
        </p:nvSpPr>
        <p:spPr>
          <a:xfrm>
            <a:off x="2079360" y="2680200"/>
            <a:ext cx="1012320" cy="183960"/>
          </a:xfrm>
          <a:prstGeom prst="rect">
            <a:avLst/>
          </a:prstGeom>
          <a:noFill/>
          <a:ln w="0">
            <a:noFill/>
          </a:ln>
        </p:spPr>
        <p:style>
          <a:lnRef idx="0"/>
          <a:fillRef idx="0"/>
          <a:effectRef idx="0"/>
          <a:fontRef idx="minor"/>
        </p:style>
        <p:txBody>
          <a:bodyPr wrap="none" lIns="0" rIns="0" tIns="0" bIns="0" anchor="t">
            <a:noAutofit/>
          </a:bodyPr>
          <a:p>
            <a:pPr>
              <a:lnSpc>
                <a:spcPts val="1451"/>
              </a:lnSpc>
              <a:buNone/>
              <a:tabLst>
                <a:tab algn="l" pos="0"/>
              </a:tabLst>
            </a:pPr>
            <a:r>
              <a:rPr b="0" lang="en-US" sz="1050" spc="-1" strike="noStrike">
                <a:solidFill>
                  <a:srgbClr val="4c4c4d"/>
                </a:solidFill>
                <a:latin typeface="Heebo"/>
                <a:ea typeface="Heebo"/>
              </a:rPr>
              <a:t>POST</a:t>
            </a:r>
            <a:endParaRPr b="0" lang="en-IN" sz="1050" spc="-1" strike="noStrike">
              <a:latin typeface="Arial"/>
            </a:endParaRPr>
          </a:p>
        </p:txBody>
      </p:sp>
      <p:sp>
        <p:nvSpPr>
          <p:cNvPr id="649" name="Text 25"/>
          <p:cNvSpPr/>
          <p:nvPr/>
        </p:nvSpPr>
        <p:spPr>
          <a:xfrm>
            <a:off x="3372480" y="2680200"/>
            <a:ext cx="3801960" cy="183960"/>
          </a:xfrm>
          <a:prstGeom prst="rect">
            <a:avLst/>
          </a:prstGeom>
          <a:noFill/>
          <a:ln w="0">
            <a:noFill/>
          </a:ln>
        </p:spPr>
        <p:style>
          <a:lnRef idx="0"/>
          <a:fillRef idx="0"/>
          <a:effectRef idx="0"/>
          <a:fontRef idx="minor"/>
        </p:style>
        <p:txBody>
          <a:bodyPr wrap="none" lIns="0" rIns="0" tIns="0" bIns="0" anchor="t">
            <a:noAutofit/>
          </a:bodyPr>
          <a:p>
            <a:pPr>
              <a:lnSpc>
                <a:spcPts val="1451"/>
              </a:lnSpc>
              <a:buNone/>
              <a:tabLst>
                <a:tab algn="l" pos="0"/>
              </a:tabLst>
            </a:pPr>
            <a:r>
              <a:rPr b="0" lang="en-US" sz="1050" spc="-1" strike="noStrike">
                <a:solidFill>
                  <a:srgbClr val="4c4c4d"/>
                </a:solidFill>
                <a:latin typeface="Heebo"/>
                <a:ea typeface="Heebo"/>
              </a:rPr>
              <a:t>/api/v1/courses/generate</a:t>
            </a:r>
            <a:endParaRPr b="0" lang="en-IN" sz="1050" spc="-1" strike="noStrike">
              <a:latin typeface="Arial"/>
            </a:endParaRPr>
          </a:p>
        </p:txBody>
      </p:sp>
      <p:sp>
        <p:nvSpPr>
          <p:cNvPr id="650" name="Text 26"/>
          <p:cNvSpPr/>
          <p:nvPr/>
        </p:nvSpPr>
        <p:spPr>
          <a:xfrm>
            <a:off x="7455600" y="2680200"/>
            <a:ext cx="1008360" cy="183960"/>
          </a:xfrm>
          <a:prstGeom prst="rect">
            <a:avLst/>
          </a:prstGeom>
          <a:noFill/>
          <a:ln w="0">
            <a:noFill/>
          </a:ln>
        </p:spPr>
        <p:style>
          <a:lnRef idx="0"/>
          <a:fillRef idx="0"/>
          <a:effectRef idx="0"/>
          <a:fontRef idx="minor"/>
        </p:style>
        <p:txBody>
          <a:bodyPr wrap="none" lIns="0" rIns="0" tIns="0" bIns="0" anchor="t">
            <a:noAutofit/>
          </a:bodyPr>
          <a:p>
            <a:pPr>
              <a:lnSpc>
                <a:spcPts val="1451"/>
              </a:lnSpc>
              <a:buNone/>
              <a:tabLst>
                <a:tab algn="l" pos="0"/>
              </a:tabLst>
            </a:pPr>
            <a:r>
              <a:rPr b="0" lang="en-US" sz="1050" spc="-1" strike="noStrike">
                <a:solidFill>
                  <a:srgbClr val="4c4c4d"/>
                </a:solidFill>
                <a:latin typeface="Heebo"/>
                <a:ea typeface="Heebo"/>
              </a:rPr>
              <a:t>Teacher</a:t>
            </a:r>
            <a:endParaRPr b="0" lang="en-IN" sz="1050" spc="-1" strike="noStrike">
              <a:latin typeface="Arial"/>
            </a:endParaRPr>
          </a:p>
        </p:txBody>
      </p:sp>
      <p:sp>
        <p:nvSpPr>
          <p:cNvPr id="651" name="Text 27"/>
          <p:cNvSpPr/>
          <p:nvPr/>
        </p:nvSpPr>
        <p:spPr>
          <a:xfrm>
            <a:off x="8744760" y="2680200"/>
            <a:ext cx="3805920" cy="183960"/>
          </a:xfrm>
          <a:prstGeom prst="rect">
            <a:avLst/>
          </a:prstGeom>
          <a:noFill/>
          <a:ln w="0">
            <a:noFill/>
          </a:ln>
        </p:spPr>
        <p:style>
          <a:lnRef idx="0"/>
          <a:fillRef idx="0"/>
          <a:effectRef idx="0"/>
          <a:fontRef idx="minor"/>
        </p:style>
        <p:txBody>
          <a:bodyPr wrap="none" lIns="0" rIns="0" tIns="0" bIns="0" anchor="t">
            <a:noAutofit/>
          </a:bodyPr>
          <a:p>
            <a:pPr>
              <a:lnSpc>
                <a:spcPts val="1451"/>
              </a:lnSpc>
              <a:buNone/>
              <a:tabLst>
                <a:tab algn="l" pos="0"/>
              </a:tabLst>
            </a:pPr>
            <a:r>
              <a:rPr b="0" lang="en-US" sz="1050" spc="-1" strike="noStrike">
                <a:solidFill>
                  <a:srgbClr val="4c4c4d"/>
                </a:solidFill>
                <a:latin typeface="Heebo"/>
                <a:ea typeface="Heebo"/>
              </a:rPr>
              <a:t>AI-generate full course from a text prompt</a:t>
            </a:r>
            <a:endParaRPr b="0" lang="en-IN" sz="1050" spc="-1" strike="noStrike">
              <a:latin typeface="Arial"/>
            </a:endParaRPr>
          </a:p>
        </p:txBody>
      </p:sp>
      <p:sp>
        <p:nvSpPr>
          <p:cNvPr id="652" name="Shape 28"/>
          <p:cNvSpPr/>
          <p:nvPr/>
        </p:nvSpPr>
        <p:spPr>
          <a:xfrm>
            <a:off x="1942920" y="2928240"/>
            <a:ext cx="10744560" cy="311400"/>
          </a:xfrm>
          <a:prstGeom prst="rect">
            <a:avLst/>
          </a:prstGeom>
          <a:solidFill>
            <a:srgbClr val="000000">
              <a:alpha val="4000"/>
            </a:srgbClr>
          </a:solidFill>
          <a:ln w="0">
            <a:noFill/>
          </a:ln>
        </p:spPr>
        <p:style>
          <a:lnRef idx="0"/>
          <a:fillRef idx="0"/>
          <a:effectRef idx="0"/>
          <a:fontRef idx="minor"/>
        </p:style>
      </p:sp>
      <p:sp>
        <p:nvSpPr>
          <p:cNvPr id="653" name="Text 29"/>
          <p:cNvSpPr/>
          <p:nvPr/>
        </p:nvSpPr>
        <p:spPr>
          <a:xfrm>
            <a:off x="2079360" y="2992320"/>
            <a:ext cx="1012320" cy="183960"/>
          </a:xfrm>
          <a:prstGeom prst="rect">
            <a:avLst/>
          </a:prstGeom>
          <a:noFill/>
          <a:ln w="0">
            <a:noFill/>
          </a:ln>
        </p:spPr>
        <p:style>
          <a:lnRef idx="0"/>
          <a:fillRef idx="0"/>
          <a:effectRef idx="0"/>
          <a:fontRef idx="minor"/>
        </p:style>
        <p:txBody>
          <a:bodyPr wrap="none" lIns="0" rIns="0" tIns="0" bIns="0" anchor="t">
            <a:noAutofit/>
          </a:bodyPr>
          <a:p>
            <a:pPr>
              <a:lnSpc>
                <a:spcPts val="1451"/>
              </a:lnSpc>
              <a:buNone/>
              <a:tabLst>
                <a:tab algn="l" pos="0"/>
              </a:tabLst>
            </a:pPr>
            <a:r>
              <a:rPr b="0" lang="en-US" sz="1050" spc="-1" strike="noStrike">
                <a:solidFill>
                  <a:srgbClr val="4c4c4d"/>
                </a:solidFill>
                <a:latin typeface="Heebo"/>
                <a:ea typeface="Heebo"/>
              </a:rPr>
              <a:t>PATCH</a:t>
            </a:r>
            <a:endParaRPr b="0" lang="en-IN" sz="1050" spc="-1" strike="noStrike">
              <a:latin typeface="Arial"/>
            </a:endParaRPr>
          </a:p>
        </p:txBody>
      </p:sp>
      <p:sp>
        <p:nvSpPr>
          <p:cNvPr id="654" name="Text 30"/>
          <p:cNvSpPr/>
          <p:nvPr/>
        </p:nvSpPr>
        <p:spPr>
          <a:xfrm>
            <a:off x="3372480" y="2992320"/>
            <a:ext cx="3801960" cy="183960"/>
          </a:xfrm>
          <a:prstGeom prst="rect">
            <a:avLst/>
          </a:prstGeom>
          <a:noFill/>
          <a:ln w="0">
            <a:noFill/>
          </a:ln>
        </p:spPr>
        <p:style>
          <a:lnRef idx="0"/>
          <a:fillRef idx="0"/>
          <a:effectRef idx="0"/>
          <a:fontRef idx="minor"/>
        </p:style>
        <p:txBody>
          <a:bodyPr wrap="none" lIns="0" rIns="0" tIns="0" bIns="0" anchor="t">
            <a:noAutofit/>
          </a:bodyPr>
          <a:p>
            <a:pPr>
              <a:lnSpc>
                <a:spcPts val="1451"/>
              </a:lnSpc>
              <a:buNone/>
              <a:tabLst>
                <a:tab algn="l" pos="0"/>
              </a:tabLst>
            </a:pPr>
            <a:r>
              <a:rPr b="0" lang="en-US" sz="1050" spc="-1" strike="noStrike">
                <a:solidFill>
                  <a:srgbClr val="4c4c4d"/>
                </a:solidFill>
                <a:latin typeface="Heebo"/>
                <a:ea typeface="Heebo"/>
              </a:rPr>
              <a:t>/api/v1/courses/:uuid/status</a:t>
            </a:r>
            <a:endParaRPr b="0" lang="en-IN" sz="1050" spc="-1" strike="noStrike">
              <a:latin typeface="Arial"/>
            </a:endParaRPr>
          </a:p>
        </p:txBody>
      </p:sp>
      <p:sp>
        <p:nvSpPr>
          <p:cNvPr id="655" name="Text 31"/>
          <p:cNvSpPr/>
          <p:nvPr/>
        </p:nvSpPr>
        <p:spPr>
          <a:xfrm>
            <a:off x="7455600" y="2992320"/>
            <a:ext cx="1008360" cy="183960"/>
          </a:xfrm>
          <a:prstGeom prst="rect">
            <a:avLst/>
          </a:prstGeom>
          <a:noFill/>
          <a:ln w="0">
            <a:noFill/>
          </a:ln>
        </p:spPr>
        <p:style>
          <a:lnRef idx="0"/>
          <a:fillRef idx="0"/>
          <a:effectRef idx="0"/>
          <a:fontRef idx="minor"/>
        </p:style>
        <p:txBody>
          <a:bodyPr wrap="none" lIns="0" rIns="0" tIns="0" bIns="0" anchor="t">
            <a:noAutofit/>
          </a:bodyPr>
          <a:p>
            <a:pPr>
              <a:lnSpc>
                <a:spcPts val="1451"/>
              </a:lnSpc>
              <a:buNone/>
              <a:tabLst>
                <a:tab algn="l" pos="0"/>
              </a:tabLst>
            </a:pPr>
            <a:r>
              <a:rPr b="0" lang="en-US" sz="1050" spc="-1" strike="noStrike">
                <a:solidFill>
                  <a:srgbClr val="4c4c4d"/>
                </a:solidFill>
                <a:latin typeface="Heebo"/>
                <a:ea typeface="Heebo"/>
              </a:rPr>
              <a:t>Teacher</a:t>
            </a:r>
            <a:endParaRPr b="0" lang="en-IN" sz="1050" spc="-1" strike="noStrike">
              <a:latin typeface="Arial"/>
            </a:endParaRPr>
          </a:p>
        </p:txBody>
      </p:sp>
      <p:sp>
        <p:nvSpPr>
          <p:cNvPr id="656" name="Text 32"/>
          <p:cNvSpPr/>
          <p:nvPr/>
        </p:nvSpPr>
        <p:spPr>
          <a:xfrm>
            <a:off x="8744760" y="2992320"/>
            <a:ext cx="3805920" cy="183960"/>
          </a:xfrm>
          <a:prstGeom prst="rect">
            <a:avLst/>
          </a:prstGeom>
          <a:noFill/>
          <a:ln w="0">
            <a:noFill/>
          </a:ln>
        </p:spPr>
        <p:style>
          <a:lnRef idx="0"/>
          <a:fillRef idx="0"/>
          <a:effectRef idx="0"/>
          <a:fontRef idx="minor"/>
        </p:style>
        <p:txBody>
          <a:bodyPr wrap="none" lIns="0" rIns="0" tIns="0" bIns="0" anchor="t">
            <a:noAutofit/>
          </a:bodyPr>
          <a:p>
            <a:pPr>
              <a:lnSpc>
                <a:spcPts val="1451"/>
              </a:lnSpc>
              <a:buNone/>
              <a:tabLst>
                <a:tab algn="l" pos="0"/>
              </a:tabLst>
            </a:pPr>
            <a:r>
              <a:rPr b="0" lang="en-US" sz="1050" spc="-1" strike="noStrike">
                <a:solidFill>
                  <a:srgbClr val="4c4c4d"/>
                </a:solidFill>
                <a:latin typeface="Heebo"/>
                <a:ea typeface="Heebo"/>
              </a:rPr>
              <a:t>Publish or archive a course</a:t>
            </a:r>
            <a:endParaRPr b="0" lang="en-IN" sz="1050" spc="-1" strike="noStrike">
              <a:latin typeface="Arial"/>
            </a:endParaRPr>
          </a:p>
        </p:txBody>
      </p:sp>
      <p:sp>
        <p:nvSpPr>
          <p:cNvPr id="657" name="Shape 33"/>
          <p:cNvSpPr/>
          <p:nvPr/>
        </p:nvSpPr>
        <p:spPr>
          <a:xfrm>
            <a:off x="1942920" y="3240000"/>
            <a:ext cx="10744560" cy="311400"/>
          </a:xfrm>
          <a:prstGeom prst="rect">
            <a:avLst/>
          </a:prstGeom>
          <a:solidFill>
            <a:srgbClr val="ffffff">
              <a:alpha val="4000"/>
            </a:srgbClr>
          </a:solidFill>
          <a:ln w="0">
            <a:noFill/>
          </a:ln>
        </p:spPr>
        <p:style>
          <a:lnRef idx="0"/>
          <a:fillRef idx="0"/>
          <a:effectRef idx="0"/>
          <a:fontRef idx="minor"/>
        </p:style>
      </p:sp>
      <p:sp>
        <p:nvSpPr>
          <p:cNvPr id="658" name="Text 34"/>
          <p:cNvSpPr/>
          <p:nvPr/>
        </p:nvSpPr>
        <p:spPr>
          <a:xfrm>
            <a:off x="2079360" y="3304080"/>
            <a:ext cx="1012320" cy="183960"/>
          </a:xfrm>
          <a:prstGeom prst="rect">
            <a:avLst/>
          </a:prstGeom>
          <a:noFill/>
          <a:ln w="0">
            <a:noFill/>
          </a:ln>
        </p:spPr>
        <p:style>
          <a:lnRef idx="0"/>
          <a:fillRef idx="0"/>
          <a:effectRef idx="0"/>
          <a:fontRef idx="minor"/>
        </p:style>
        <p:txBody>
          <a:bodyPr wrap="none" lIns="0" rIns="0" tIns="0" bIns="0" anchor="t">
            <a:noAutofit/>
          </a:bodyPr>
          <a:p>
            <a:pPr>
              <a:lnSpc>
                <a:spcPts val="1451"/>
              </a:lnSpc>
              <a:buNone/>
              <a:tabLst>
                <a:tab algn="l" pos="0"/>
              </a:tabLst>
            </a:pPr>
            <a:r>
              <a:rPr b="0" lang="en-US" sz="1050" spc="-1" strike="noStrike">
                <a:solidFill>
                  <a:srgbClr val="4c4c4d"/>
                </a:solidFill>
                <a:latin typeface="Heebo"/>
                <a:ea typeface="Heebo"/>
              </a:rPr>
              <a:t>POST</a:t>
            </a:r>
            <a:endParaRPr b="0" lang="en-IN" sz="1050" spc="-1" strike="noStrike">
              <a:latin typeface="Arial"/>
            </a:endParaRPr>
          </a:p>
        </p:txBody>
      </p:sp>
      <p:sp>
        <p:nvSpPr>
          <p:cNvPr id="659" name="Text 35"/>
          <p:cNvSpPr/>
          <p:nvPr/>
        </p:nvSpPr>
        <p:spPr>
          <a:xfrm>
            <a:off x="3372480" y="3304080"/>
            <a:ext cx="3801960" cy="183960"/>
          </a:xfrm>
          <a:prstGeom prst="rect">
            <a:avLst/>
          </a:prstGeom>
          <a:noFill/>
          <a:ln w="0">
            <a:noFill/>
          </a:ln>
        </p:spPr>
        <p:style>
          <a:lnRef idx="0"/>
          <a:fillRef idx="0"/>
          <a:effectRef idx="0"/>
          <a:fontRef idx="minor"/>
        </p:style>
        <p:txBody>
          <a:bodyPr wrap="none" lIns="0" rIns="0" tIns="0" bIns="0" anchor="t">
            <a:noAutofit/>
          </a:bodyPr>
          <a:p>
            <a:pPr>
              <a:lnSpc>
                <a:spcPts val="1451"/>
              </a:lnSpc>
              <a:buNone/>
              <a:tabLst>
                <a:tab algn="l" pos="0"/>
              </a:tabLst>
            </a:pPr>
            <a:r>
              <a:rPr b="0" lang="en-US" sz="1050" spc="-1" strike="noStrike">
                <a:solidFill>
                  <a:srgbClr val="4c4c4d"/>
                </a:solidFill>
                <a:latin typeface="Heebo"/>
                <a:ea typeface="Heebo"/>
              </a:rPr>
              <a:t>/api/v1/lessons</a:t>
            </a:r>
            <a:endParaRPr b="0" lang="en-IN" sz="1050" spc="-1" strike="noStrike">
              <a:latin typeface="Arial"/>
            </a:endParaRPr>
          </a:p>
        </p:txBody>
      </p:sp>
      <p:sp>
        <p:nvSpPr>
          <p:cNvPr id="660" name="Text 36"/>
          <p:cNvSpPr/>
          <p:nvPr/>
        </p:nvSpPr>
        <p:spPr>
          <a:xfrm>
            <a:off x="7455600" y="3304080"/>
            <a:ext cx="1008360" cy="183960"/>
          </a:xfrm>
          <a:prstGeom prst="rect">
            <a:avLst/>
          </a:prstGeom>
          <a:noFill/>
          <a:ln w="0">
            <a:noFill/>
          </a:ln>
        </p:spPr>
        <p:style>
          <a:lnRef idx="0"/>
          <a:fillRef idx="0"/>
          <a:effectRef idx="0"/>
          <a:fontRef idx="minor"/>
        </p:style>
        <p:txBody>
          <a:bodyPr wrap="none" lIns="0" rIns="0" tIns="0" bIns="0" anchor="t">
            <a:noAutofit/>
          </a:bodyPr>
          <a:p>
            <a:pPr>
              <a:lnSpc>
                <a:spcPts val="1451"/>
              </a:lnSpc>
              <a:buNone/>
              <a:tabLst>
                <a:tab algn="l" pos="0"/>
              </a:tabLst>
            </a:pPr>
            <a:r>
              <a:rPr b="0" lang="en-US" sz="1050" spc="-1" strike="noStrike">
                <a:solidFill>
                  <a:srgbClr val="4c4c4d"/>
                </a:solidFill>
                <a:latin typeface="Heebo"/>
                <a:ea typeface="Heebo"/>
              </a:rPr>
              <a:t>Teacher</a:t>
            </a:r>
            <a:endParaRPr b="0" lang="en-IN" sz="1050" spc="-1" strike="noStrike">
              <a:latin typeface="Arial"/>
            </a:endParaRPr>
          </a:p>
        </p:txBody>
      </p:sp>
      <p:sp>
        <p:nvSpPr>
          <p:cNvPr id="661" name="Text 37"/>
          <p:cNvSpPr/>
          <p:nvPr/>
        </p:nvSpPr>
        <p:spPr>
          <a:xfrm>
            <a:off x="8744760" y="3304080"/>
            <a:ext cx="3805920" cy="183960"/>
          </a:xfrm>
          <a:prstGeom prst="rect">
            <a:avLst/>
          </a:prstGeom>
          <a:noFill/>
          <a:ln w="0">
            <a:noFill/>
          </a:ln>
        </p:spPr>
        <p:style>
          <a:lnRef idx="0"/>
          <a:fillRef idx="0"/>
          <a:effectRef idx="0"/>
          <a:fontRef idx="minor"/>
        </p:style>
        <p:txBody>
          <a:bodyPr wrap="none" lIns="0" rIns="0" tIns="0" bIns="0" anchor="t">
            <a:noAutofit/>
          </a:bodyPr>
          <a:p>
            <a:pPr>
              <a:lnSpc>
                <a:spcPts val="1451"/>
              </a:lnSpc>
              <a:buNone/>
              <a:tabLst>
                <a:tab algn="l" pos="0"/>
              </a:tabLst>
            </a:pPr>
            <a:r>
              <a:rPr b="0" lang="en-US" sz="1050" spc="-1" strike="noStrike">
                <a:solidFill>
                  <a:srgbClr val="4c4c4d"/>
                </a:solidFill>
                <a:latin typeface="Heebo"/>
                <a:ea typeface="Heebo"/>
              </a:rPr>
              <a:t>Add a lesson to a course</a:t>
            </a:r>
            <a:endParaRPr b="0" lang="en-IN" sz="1050" spc="-1" strike="noStrike">
              <a:latin typeface="Arial"/>
            </a:endParaRPr>
          </a:p>
        </p:txBody>
      </p:sp>
      <p:sp>
        <p:nvSpPr>
          <p:cNvPr id="662" name="Shape 38"/>
          <p:cNvSpPr/>
          <p:nvPr/>
        </p:nvSpPr>
        <p:spPr>
          <a:xfrm>
            <a:off x="1942920" y="3552120"/>
            <a:ext cx="10744560" cy="311400"/>
          </a:xfrm>
          <a:prstGeom prst="rect">
            <a:avLst/>
          </a:prstGeom>
          <a:solidFill>
            <a:srgbClr val="000000">
              <a:alpha val="4000"/>
            </a:srgbClr>
          </a:solidFill>
          <a:ln w="0">
            <a:noFill/>
          </a:ln>
        </p:spPr>
        <p:style>
          <a:lnRef idx="0"/>
          <a:fillRef idx="0"/>
          <a:effectRef idx="0"/>
          <a:fontRef idx="minor"/>
        </p:style>
      </p:sp>
      <p:sp>
        <p:nvSpPr>
          <p:cNvPr id="663" name="Text 39"/>
          <p:cNvSpPr/>
          <p:nvPr/>
        </p:nvSpPr>
        <p:spPr>
          <a:xfrm>
            <a:off x="2079360" y="3615840"/>
            <a:ext cx="1012320" cy="183960"/>
          </a:xfrm>
          <a:prstGeom prst="rect">
            <a:avLst/>
          </a:prstGeom>
          <a:noFill/>
          <a:ln w="0">
            <a:noFill/>
          </a:ln>
        </p:spPr>
        <p:style>
          <a:lnRef idx="0"/>
          <a:fillRef idx="0"/>
          <a:effectRef idx="0"/>
          <a:fontRef idx="minor"/>
        </p:style>
        <p:txBody>
          <a:bodyPr wrap="none" lIns="0" rIns="0" tIns="0" bIns="0" anchor="t">
            <a:noAutofit/>
          </a:bodyPr>
          <a:p>
            <a:pPr>
              <a:lnSpc>
                <a:spcPts val="1451"/>
              </a:lnSpc>
              <a:buNone/>
              <a:tabLst>
                <a:tab algn="l" pos="0"/>
              </a:tabLst>
            </a:pPr>
            <a:r>
              <a:rPr b="0" lang="en-US" sz="1050" spc="-1" strike="noStrike">
                <a:solidFill>
                  <a:srgbClr val="4c4c4d"/>
                </a:solidFill>
                <a:latin typeface="Heebo"/>
                <a:ea typeface="Heebo"/>
              </a:rPr>
              <a:t>GET</a:t>
            </a:r>
            <a:endParaRPr b="0" lang="en-IN" sz="1050" spc="-1" strike="noStrike">
              <a:latin typeface="Arial"/>
            </a:endParaRPr>
          </a:p>
        </p:txBody>
      </p:sp>
      <p:sp>
        <p:nvSpPr>
          <p:cNvPr id="664" name="Text 40"/>
          <p:cNvSpPr/>
          <p:nvPr/>
        </p:nvSpPr>
        <p:spPr>
          <a:xfrm>
            <a:off x="3372480" y="3615840"/>
            <a:ext cx="3801960" cy="183960"/>
          </a:xfrm>
          <a:prstGeom prst="rect">
            <a:avLst/>
          </a:prstGeom>
          <a:noFill/>
          <a:ln w="0">
            <a:noFill/>
          </a:ln>
        </p:spPr>
        <p:style>
          <a:lnRef idx="0"/>
          <a:fillRef idx="0"/>
          <a:effectRef idx="0"/>
          <a:fontRef idx="minor"/>
        </p:style>
        <p:txBody>
          <a:bodyPr wrap="none" lIns="0" rIns="0" tIns="0" bIns="0" anchor="t">
            <a:noAutofit/>
          </a:bodyPr>
          <a:p>
            <a:pPr>
              <a:lnSpc>
                <a:spcPts val="1451"/>
              </a:lnSpc>
              <a:buNone/>
              <a:tabLst>
                <a:tab algn="l" pos="0"/>
              </a:tabLst>
            </a:pPr>
            <a:r>
              <a:rPr b="0" lang="en-US" sz="1050" spc="-1" strike="noStrike">
                <a:solidFill>
                  <a:srgbClr val="4c4c4d"/>
                </a:solidFill>
                <a:latin typeface="Heebo"/>
                <a:ea typeface="Heebo"/>
              </a:rPr>
              <a:t>/api/v1/lessons/:uuid/stream</a:t>
            </a:r>
            <a:endParaRPr b="0" lang="en-IN" sz="1050" spc="-1" strike="noStrike">
              <a:latin typeface="Arial"/>
            </a:endParaRPr>
          </a:p>
        </p:txBody>
      </p:sp>
      <p:sp>
        <p:nvSpPr>
          <p:cNvPr id="665" name="Text 41"/>
          <p:cNvSpPr/>
          <p:nvPr/>
        </p:nvSpPr>
        <p:spPr>
          <a:xfrm>
            <a:off x="7455600" y="3615840"/>
            <a:ext cx="1008360" cy="183960"/>
          </a:xfrm>
          <a:prstGeom prst="rect">
            <a:avLst/>
          </a:prstGeom>
          <a:noFill/>
          <a:ln w="0">
            <a:noFill/>
          </a:ln>
        </p:spPr>
        <p:style>
          <a:lnRef idx="0"/>
          <a:fillRef idx="0"/>
          <a:effectRef idx="0"/>
          <a:fontRef idx="minor"/>
        </p:style>
        <p:txBody>
          <a:bodyPr wrap="none" lIns="0" rIns="0" tIns="0" bIns="0" anchor="t">
            <a:noAutofit/>
          </a:bodyPr>
          <a:p>
            <a:pPr>
              <a:lnSpc>
                <a:spcPts val="1451"/>
              </a:lnSpc>
              <a:buNone/>
              <a:tabLst>
                <a:tab algn="l" pos="0"/>
              </a:tabLst>
            </a:pPr>
            <a:r>
              <a:rPr b="0" lang="en-US" sz="1050" spc="-1" strike="noStrike">
                <a:solidFill>
                  <a:srgbClr val="4c4c4d"/>
                </a:solidFill>
                <a:latin typeface="Heebo"/>
                <a:ea typeface="Heebo"/>
              </a:rPr>
              <a:t>Any</a:t>
            </a:r>
            <a:endParaRPr b="0" lang="en-IN" sz="1050" spc="-1" strike="noStrike">
              <a:latin typeface="Arial"/>
            </a:endParaRPr>
          </a:p>
        </p:txBody>
      </p:sp>
      <p:sp>
        <p:nvSpPr>
          <p:cNvPr id="666" name="Text 42"/>
          <p:cNvSpPr/>
          <p:nvPr/>
        </p:nvSpPr>
        <p:spPr>
          <a:xfrm>
            <a:off x="8744760" y="3615840"/>
            <a:ext cx="3805920" cy="183960"/>
          </a:xfrm>
          <a:prstGeom prst="rect">
            <a:avLst/>
          </a:prstGeom>
          <a:noFill/>
          <a:ln w="0">
            <a:noFill/>
          </a:ln>
        </p:spPr>
        <p:style>
          <a:lnRef idx="0"/>
          <a:fillRef idx="0"/>
          <a:effectRef idx="0"/>
          <a:fontRef idx="minor"/>
        </p:style>
        <p:txBody>
          <a:bodyPr wrap="none" lIns="0" rIns="0" tIns="0" bIns="0" anchor="t">
            <a:noAutofit/>
          </a:bodyPr>
          <a:p>
            <a:pPr>
              <a:lnSpc>
                <a:spcPts val="1451"/>
              </a:lnSpc>
              <a:buNone/>
              <a:tabLst>
                <a:tab algn="l" pos="0"/>
              </a:tabLst>
            </a:pPr>
            <a:r>
              <a:rPr b="0" lang="en-US" sz="1050" spc="-1" strike="noStrike">
                <a:solidFill>
                  <a:srgbClr val="4c4c4d"/>
                </a:solidFill>
                <a:latin typeface="Heebo"/>
                <a:ea typeface="Heebo"/>
              </a:rPr>
              <a:t>Stream lesson video (HTTP Range headers)</a:t>
            </a:r>
            <a:endParaRPr b="0" lang="en-IN" sz="1050" spc="-1" strike="noStrike">
              <a:latin typeface="Arial"/>
            </a:endParaRPr>
          </a:p>
        </p:txBody>
      </p:sp>
      <p:sp>
        <p:nvSpPr>
          <p:cNvPr id="667" name="Shape 43"/>
          <p:cNvSpPr/>
          <p:nvPr/>
        </p:nvSpPr>
        <p:spPr>
          <a:xfrm>
            <a:off x="1942920" y="3863880"/>
            <a:ext cx="10744560" cy="311400"/>
          </a:xfrm>
          <a:prstGeom prst="rect">
            <a:avLst/>
          </a:prstGeom>
          <a:solidFill>
            <a:srgbClr val="ffffff">
              <a:alpha val="4000"/>
            </a:srgbClr>
          </a:solidFill>
          <a:ln w="0">
            <a:noFill/>
          </a:ln>
        </p:spPr>
        <p:style>
          <a:lnRef idx="0"/>
          <a:fillRef idx="0"/>
          <a:effectRef idx="0"/>
          <a:fontRef idx="minor"/>
        </p:style>
      </p:sp>
      <p:sp>
        <p:nvSpPr>
          <p:cNvPr id="668" name="Text 44"/>
          <p:cNvSpPr/>
          <p:nvPr/>
        </p:nvSpPr>
        <p:spPr>
          <a:xfrm>
            <a:off x="2079360" y="3927600"/>
            <a:ext cx="1012320" cy="183960"/>
          </a:xfrm>
          <a:prstGeom prst="rect">
            <a:avLst/>
          </a:prstGeom>
          <a:noFill/>
          <a:ln w="0">
            <a:noFill/>
          </a:ln>
        </p:spPr>
        <p:style>
          <a:lnRef idx="0"/>
          <a:fillRef idx="0"/>
          <a:effectRef idx="0"/>
          <a:fontRef idx="minor"/>
        </p:style>
        <p:txBody>
          <a:bodyPr wrap="none" lIns="0" rIns="0" tIns="0" bIns="0" anchor="t">
            <a:noAutofit/>
          </a:bodyPr>
          <a:p>
            <a:pPr>
              <a:lnSpc>
                <a:spcPts val="1451"/>
              </a:lnSpc>
              <a:buNone/>
              <a:tabLst>
                <a:tab algn="l" pos="0"/>
              </a:tabLst>
            </a:pPr>
            <a:r>
              <a:rPr b="0" lang="en-US" sz="1050" spc="-1" strike="noStrike">
                <a:solidFill>
                  <a:srgbClr val="4c4c4d"/>
                </a:solidFill>
                <a:latin typeface="Heebo"/>
                <a:ea typeface="Heebo"/>
              </a:rPr>
              <a:t>POST</a:t>
            </a:r>
            <a:endParaRPr b="0" lang="en-IN" sz="1050" spc="-1" strike="noStrike">
              <a:latin typeface="Arial"/>
            </a:endParaRPr>
          </a:p>
        </p:txBody>
      </p:sp>
      <p:sp>
        <p:nvSpPr>
          <p:cNvPr id="669" name="Text 45"/>
          <p:cNvSpPr/>
          <p:nvPr/>
        </p:nvSpPr>
        <p:spPr>
          <a:xfrm>
            <a:off x="3372480" y="3927600"/>
            <a:ext cx="3801960" cy="183960"/>
          </a:xfrm>
          <a:prstGeom prst="rect">
            <a:avLst/>
          </a:prstGeom>
          <a:noFill/>
          <a:ln w="0">
            <a:noFill/>
          </a:ln>
        </p:spPr>
        <p:style>
          <a:lnRef idx="0"/>
          <a:fillRef idx="0"/>
          <a:effectRef idx="0"/>
          <a:fontRef idx="minor"/>
        </p:style>
        <p:txBody>
          <a:bodyPr wrap="none" lIns="0" rIns="0" tIns="0" bIns="0" anchor="t">
            <a:noAutofit/>
          </a:bodyPr>
          <a:p>
            <a:pPr>
              <a:lnSpc>
                <a:spcPts val="1451"/>
              </a:lnSpc>
              <a:buNone/>
              <a:tabLst>
                <a:tab algn="l" pos="0"/>
              </a:tabLst>
            </a:pPr>
            <a:r>
              <a:rPr b="0" lang="en-US" sz="1050" spc="-1" strike="noStrike">
                <a:solidFill>
                  <a:srgbClr val="4c4c4d"/>
                </a:solidFill>
                <a:latin typeface="Heebo"/>
                <a:ea typeface="Heebo"/>
              </a:rPr>
              <a:t>/api/v1/enrollment</a:t>
            </a:r>
            <a:endParaRPr b="0" lang="en-IN" sz="1050" spc="-1" strike="noStrike">
              <a:latin typeface="Arial"/>
            </a:endParaRPr>
          </a:p>
        </p:txBody>
      </p:sp>
      <p:sp>
        <p:nvSpPr>
          <p:cNvPr id="670" name="Text 46"/>
          <p:cNvSpPr/>
          <p:nvPr/>
        </p:nvSpPr>
        <p:spPr>
          <a:xfrm>
            <a:off x="7455600" y="3927600"/>
            <a:ext cx="1008360" cy="183960"/>
          </a:xfrm>
          <a:prstGeom prst="rect">
            <a:avLst/>
          </a:prstGeom>
          <a:noFill/>
          <a:ln w="0">
            <a:noFill/>
          </a:ln>
        </p:spPr>
        <p:style>
          <a:lnRef idx="0"/>
          <a:fillRef idx="0"/>
          <a:effectRef idx="0"/>
          <a:fontRef idx="minor"/>
        </p:style>
        <p:txBody>
          <a:bodyPr wrap="none" lIns="0" rIns="0" tIns="0" bIns="0" anchor="t">
            <a:noAutofit/>
          </a:bodyPr>
          <a:p>
            <a:pPr>
              <a:lnSpc>
                <a:spcPts val="1451"/>
              </a:lnSpc>
              <a:buNone/>
              <a:tabLst>
                <a:tab algn="l" pos="0"/>
              </a:tabLst>
            </a:pPr>
            <a:r>
              <a:rPr b="0" lang="en-US" sz="1050" spc="-1" strike="noStrike">
                <a:solidFill>
                  <a:srgbClr val="4c4c4d"/>
                </a:solidFill>
                <a:latin typeface="Heebo"/>
                <a:ea typeface="Heebo"/>
              </a:rPr>
              <a:t>Student</a:t>
            </a:r>
            <a:endParaRPr b="0" lang="en-IN" sz="1050" spc="-1" strike="noStrike">
              <a:latin typeface="Arial"/>
            </a:endParaRPr>
          </a:p>
        </p:txBody>
      </p:sp>
      <p:sp>
        <p:nvSpPr>
          <p:cNvPr id="671" name="Text 47"/>
          <p:cNvSpPr/>
          <p:nvPr/>
        </p:nvSpPr>
        <p:spPr>
          <a:xfrm>
            <a:off x="8744760" y="3927600"/>
            <a:ext cx="3805920" cy="183960"/>
          </a:xfrm>
          <a:prstGeom prst="rect">
            <a:avLst/>
          </a:prstGeom>
          <a:noFill/>
          <a:ln w="0">
            <a:noFill/>
          </a:ln>
        </p:spPr>
        <p:style>
          <a:lnRef idx="0"/>
          <a:fillRef idx="0"/>
          <a:effectRef idx="0"/>
          <a:fontRef idx="minor"/>
        </p:style>
        <p:txBody>
          <a:bodyPr wrap="none" lIns="0" rIns="0" tIns="0" bIns="0" anchor="t">
            <a:noAutofit/>
          </a:bodyPr>
          <a:p>
            <a:pPr>
              <a:lnSpc>
                <a:spcPts val="1451"/>
              </a:lnSpc>
              <a:buNone/>
              <a:tabLst>
                <a:tab algn="l" pos="0"/>
              </a:tabLst>
            </a:pPr>
            <a:r>
              <a:rPr b="0" lang="en-US" sz="1050" spc="-1" strike="noStrike">
                <a:solidFill>
                  <a:srgbClr val="4c4c4d"/>
                </a:solidFill>
                <a:latin typeface="Heebo"/>
                <a:ea typeface="Heebo"/>
              </a:rPr>
              <a:t>Enrol in a published course</a:t>
            </a:r>
            <a:endParaRPr b="0" lang="en-IN" sz="1050" spc="-1" strike="noStrike">
              <a:latin typeface="Arial"/>
            </a:endParaRPr>
          </a:p>
        </p:txBody>
      </p:sp>
      <p:sp>
        <p:nvSpPr>
          <p:cNvPr id="672" name="Shape 48"/>
          <p:cNvSpPr/>
          <p:nvPr/>
        </p:nvSpPr>
        <p:spPr>
          <a:xfrm>
            <a:off x="1942920" y="4175640"/>
            <a:ext cx="10744560" cy="311400"/>
          </a:xfrm>
          <a:prstGeom prst="rect">
            <a:avLst/>
          </a:prstGeom>
          <a:solidFill>
            <a:srgbClr val="000000">
              <a:alpha val="4000"/>
            </a:srgbClr>
          </a:solidFill>
          <a:ln w="0">
            <a:noFill/>
          </a:ln>
        </p:spPr>
        <p:style>
          <a:lnRef idx="0"/>
          <a:fillRef idx="0"/>
          <a:effectRef idx="0"/>
          <a:fontRef idx="minor"/>
        </p:style>
      </p:sp>
      <p:sp>
        <p:nvSpPr>
          <p:cNvPr id="673" name="Text 49"/>
          <p:cNvSpPr/>
          <p:nvPr/>
        </p:nvSpPr>
        <p:spPr>
          <a:xfrm>
            <a:off x="2079360" y="4239360"/>
            <a:ext cx="1012320" cy="183960"/>
          </a:xfrm>
          <a:prstGeom prst="rect">
            <a:avLst/>
          </a:prstGeom>
          <a:noFill/>
          <a:ln w="0">
            <a:noFill/>
          </a:ln>
        </p:spPr>
        <p:style>
          <a:lnRef idx="0"/>
          <a:fillRef idx="0"/>
          <a:effectRef idx="0"/>
          <a:fontRef idx="minor"/>
        </p:style>
        <p:txBody>
          <a:bodyPr wrap="none" lIns="0" rIns="0" tIns="0" bIns="0" anchor="t">
            <a:noAutofit/>
          </a:bodyPr>
          <a:p>
            <a:pPr>
              <a:lnSpc>
                <a:spcPts val="1451"/>
              </a:lnSpc>
              <a:buNone/>
              <a:tabLst>
                <a:tab algn="l" pos="0"/>
              </a:tabLst>
            </a:pPr>
            <a:r>
              <a:rPr b="0" lang="en-US" sz="1050" spc="-1" strike="noStrike">
                <a:solidFill>
                  <a:srgbClr val="4c4c4d"/>
                </a:solidFill>
                <a:latin typeface="Heebo"/>
                <a:ea typeface="Heebo"/>
              </a:rPr>
              <a:t>POST</a:t>
            </a:r>
            <a:endParaRPr b="0" lang="en-IN" sz="1050" spc="-1" strike="noStrike">
              <a:latin typeface="Arial"/>
            </a:endParaRPr>
          </a:p>
        </p:txBody>
      </p:sp>
      <p:sp>
        <p:nvSpPr>
          <p:cNvPr id="674" name="Text 50"/>
          <p:cNvSpPr/>
          <p:nvPr/>
        </p:nvSpPr>
        <p:spPr>
          <a:xfrm>
            <a:off x="3372480" y="4239360"/>
            <a:ext cx="3801960" cy="183960"/>
          </a:xfrm>
          <a:prstGeom prst="rect">
            <a:avLst/>
          </a:prstGeom>
          <a:noFill/>
          <a:ln w="0">
            <a:noFill/>
          </a:ln>
        </p:spPr>
        <p:style>
          <a:lnRef idx="0"/>
          <a:fillRef idx="0"/>
          <a:effectRef idx="0"/>
          <a:fontRef idx="minor"/>
        </p:style>
        <p:txBody>
          <a:bodyPr wrap="none" lIns="0" rIns="0" tIns="0" bIns="0" anchor="t">
            <a:noAutofit/>
          </a:bodyPr>
          <a:p>
            <a:pPr>
              <a:lnSpc>
                <a:spcPts val="1451"/>
              </a:lnSpc>
              <a:buNone/>
              <a:tabLst>
                <a:tab algn="l" pos="0"/>
              </a:tabLst>
            </a:pPr>
            <a:r>
              <a:rPr b="0" lang="en-US" sz="1050" spc="-1" strike="noStrike">
                <a:solidFill>
                  <a:srgbClr val="4c4c4d"/>
                </a:solidFill>
                <a:latin typeface="Heebo"/>
                <a:ea typeface="Heebo"/>
              </a:rPr>
              <a:t>/api/v1/lesson-progress</a:t>
            </a:r>
            <a:endParaRPr b="0" lang="en-IN" sz="1050" spc="-1" strike="noStrike">
              <a:latin typeface="Arial"/>
            </a:endParaRPr>
          </a:p>
        </p:txBody>
      </p:sp>
      <p:sp>
        <p:nvSpPr>
          <p:cNvPr id="675" name="Text 51"/>
          <p:cNvSpPr/>
          <p:nvPr/>
        </p:nvSpPr>
        <p:spPr>
          <a:xfrm>
            <a:off x="7455600" y="4239360"/>
            <a:ext cx="1008360" cy="183960"/>
          </a:xfrm>
          <a:prstGeom prst="rect">
            <a:avLst/>
          </a:prstGeom>
          <a:noFill/>
          <a:ln w="0">
            <a:noFill/>
          </a:ln>
        </p:spPr>
        <p:style>
          <a:lnRef idx="0"/>
          <a:fillRef idx="0"/>
          <a:effectRef idx="0"/>
          <a:fontRef idx="minor"/>
        </p:style>
        <p:txBody>
          <a:bodyPr wrap="none" lIns="0" rIns="0" tIns="0" bIns="0" anchor="t">
            <a:noAutofit/>
          </a:bodyPr>
          <a:p>
            <a:pPr>
              <a:lnSpc>
                <a:spcPts val="1451"/>
              </a:lnSpc>
              <a:buNone/>
              <a:tabLst>
                <a:tab algn="l" pos="0"/>
              </a:tabLst>
            </a:pPr>
            <a:r>
              <a:rPr b="0" lang="en-US" sz="1050" spc="-1" strike="noStrike">
                <a:solidFill>
                  <a:srgbClr val="4c4c4d"/>
                </a:solidFill>
                <a:latin typeface="Heebo"/>
                <a:ea typeface="Heebo"/>
              </a:rPr>
              <a:t>Student</a:t>
            </a:r>
            <a:endParaRPr b="0" lang="en-IN" sz="1050" spc="-1" strike="noStrike">
              <a:latin typeface="Arial"/>
            </a:endParaRPr>
          </a:p>
        </p:txBody>
      </p:sp>
      <p:sp>
        <p:nvSpPr>
          <p:cNvPr id="676" name="Text 52"/>
          <p:cNvSpPr/>
          <p:nvPr/>
        </p:nvSpPr>
        <p:spPr>
          <a:xfrm>
            <a:off x="8744760" y="4239360"/>
            <a:ext cx="3805920" cy="183960"/>
          </a:xfrm>
          <a:prstGeom prst="rect">
            <a:avLst/>
          </a:prstGeom>
          <a:noFill/>
          <a:ln w="0">
            <a:noFill/>
          </a:ln>
        </p:spPr>
        <p:style>
          <a:lnRef idx="0"/>
          <a:fillRef idx="0"/>
          <a:effectRef idx="0"/>
          <a:fontRef idx="minor"/>
        </p:style>
        <p:txBody>
          <a:bodyPr wrap="none" lIns="0" rIns="0" tIns="0" bIns="0" anchor="t">
            <a:noAutofit/>
          </a:bodyPr>
          <a:p>
            <a:pPr>
              <a:lnSpc>
                <a:spcPts val="1451"/>
              </a:lnSpc>
              <a:buNone/>
              <a:tabLst>
                <a:tab algn="l" pos="0"/>
              </a:tabLst>
            </a:pPr>
            <a:r>
              <a:rPr b="0" lang="en-US" sz="1050" spc="-1" strike="noStrike">
                <a:solidFill>
                  <a:srgbClr val="4c4c4d"/>
                </a:solidFill>
                <a:latin typeface="Heebo"/>
                <a:ea typeface="Heebo"/>
              </a:rPr>
              <a:t>Mark a lesson as complete</a:t>
            </a:r>
            <a:endParaRPr b="0" lang="en-IN" sz="1050" spc="-1" strike="noStrike">
              <a:latin typeface="Arial"/>
            </a:endParaRPr>
          </a:p>
        </p:txBody>
      </p:sp>
      <p:sp>
        <p:nvSpPr>
          <p:cNvPr id="677" name="Shape 53"/>
          <p:cNvSpPr/>
          <p:nvPr/>
        </p:nvSpPr>
        <p:spPr>
          <a:xfrm>
            <a:off x="1942920" y="4487400"/>
            <a:ext cx="10744560" cy="311400"/>
          </a:xfrm>
          <a:prstGeom prst="rect">
            <a:avLst/>
          </a:prstGeom>
          <a:solidFill>
            <a:srgbClr val="ffffff">
              <a:alpha val="4000"/>
            </a:srgbClr>
          </a:solidFill>
          <a:ln w="0">
            <a:noFill/>
          </a:ln>
        </p:spPr>
        <p:style>
          <a:lnRef idx="0"/>
          <a:fillRef idx="0"/>
          <a:effectRef idx="0"/>
          <a:fontRef idx="minor"/>
        </p:style>
      </p:sp>
      <p:sp>
        <p:nvSpPr>
          <p:cNvPr id="678" name="Text 54"/>
          <p:cNvSpPr/>
          <p:nvPr/>
        </p:nvSpPr>
        <p:spPr>
          <a:xfrm>
            <a:off x="2079360" y="4551120"/>
            <a:ext cx="1012320" cy="183960"/>
          </a:xfrm>
          <a:prstGeom prst="rect">
            <a:avLst/>
          </a:prstGeom>
          <a:noFill/>
          <a:ln w="0">
            <a:noFill/>
          </a:ln>
        </p:spPr>
        <p:style>
          <a:lnRef idx="0"/>
          <a:fillRef idx="0"/>
          <a:effectRef idx="0"/>
          <a:fontRef idx="minor"/>
        </p:style>
        <p:txBody>
          <a:bodyPr wrap="none" lIns="0" rIns="0" tIns="0" bIns="0" anchor="t">
            <a:noAutofit/>
          </a:bodyPr>
          <a:p>
            <a:pPr>
              <a:lnSpc>
                <a:spcPts val="1451"/>
              </a:lnSpc>
              <a:buNone/>
              <a:tabLst>
                <a:tab algn="l" pos="0"/>
              </a:tabLst>
            </a:pPr>
            <a:r>
              <a:rPr b="0" lang="en-US" sz="1050" spc="-1" strike="noStrike">
                <a:solidFill>
                  <a:srgbClr val="4c4c4d"/>
                </a:solidFill>
                <a:latin typeface="Heebo"/>
                <a:ea typeface="Heebo"/>
              </a:rPr>
              <a:t>POST</a:t>
            </a:r>
            <a:endParaRPr b="0" lang="en-IN" sz="1050" spc="-1" strike="noStrike">
              <a:latin typeface="Arial"/>
            </a:endParaRPr>
          </a:p>
        </p:txBody>
      </p:sp>
      <p:sp>
        <p:nvSpPr>
          <p:cNvPr id="679" name="Text 55"/>
          <p:cNvSpPr/>
          <p:nvPr/>
        </p:nvSpPr>
        <p:spPr>
          <a:xfrm>
            <a:off x="3372480" y="4551120"/>
            <a:ext cx="3801960" cy="183960"/>
          </a:xfrm>
          <a:prstGeom prst="rect">
            <a:avLst/>
          </a:prstGeom>
          <a:noFill/>
          <a:ln w="0">
            <a:noFill/>
          </a:ln>
        </p:spPr>
        <p:style>
          <a:lnRef idx="0"/>
          <a:fillRef idx="0"/>
          <a:effectRef idx="0"/>
          <a:fontRef idx="minor"/>
        </p:style>
        <p:txBody>
          <a:bodyPr wrap="none" lIns="0" rIns="0" tIns="0" bIns="0" anchor="t">
            <a:noAutofit/>
          </a:bodyPr>
          <a:p>
            <a:pPr>
              <a:lnSpc>
                <a:spcPts val="1451"/>
              </a:lnSpc>
              <a:buNone/>
              <a:tabLst>
                <a:tab algn="l" pos="0"/>
              </a:tabLst>
            </a:pPr>
            <a:r>
              <a:rPr b="0" lang="en-US" sz="1050" spc="-1" strike="noStrike">
                <a:solidFill>
                  <a:srgbClr val="4c4c4d"/>
                </a:solidFill>
                <a:latin typeface="Heebo"/>
                <a:ea typeface="Heebo"/>
              </a:rPr>
              <a:t>/api/v1/quiz/generate</a:t>
            </a:r>
            <a:endParaRPr b="0" lang="en-IN" sz="1050" spc="-1" strike="noStrike">
              <a:latin typeface="Arial"/>
            </a:endParaRPr>
          </a:p>
        </p:txBody>
      </p:sp>
      <p:sp>
        <p:nvSpPr>
          <p:cNvPr id="680" name="Text 56"/>
          <p:cNvSpPr/>
          <p:nvPr/>
        </p:nvSpPr>
        <p:spPr>
          <a:xfrm>
            <a:off x="7455600" y="4551120"/>
            <a:ext cx="1008360" cy="183960"/>
          </a:xfrm>
          <a:prstGeom prst="rect">
            <a:avLst/>
          </a:prstGeom>
          <a:noFill/>
          <a:ln w="0">
            <a:noFill/>
          </a:ln>
        </p:spPr>
        <p:style>
          <a:lnRef idx="0"/>
          <a:fillRef idx="0"/>
          <a:effectRef idx="0"/>
          <a:fontRef idx="minor"/>
        </p:style>
        <p:txBody>
          <a:bodyPr wrap="none" lIns="0" rIns="0" tIns="0" bIns="0" anchor="t">
            <a:noAutofit/>
          </a:bodyPr>
          <a:p>
            <a:pPr>
              <a:lnSpc>
                <a:spcPts val="1451"/>
              </a:lnSpc>
              <a:buNone/>
              <a:tabLst>
                <a:tab algn="l" pos="0"/>
              </a:tabLst>
            </a:pPr>
            <a:r>
              <a:rPr b="0" lang="en-US" sz="1050" spc="-1" strike="noStrike">
                <a:solidFill>
                  <a:srgbClr val="4c4c4d"/>
                </a:solidFill>
                <a:latin typeface="Heebo"/>
                <a:ea typeface="Heebo"/>
              </a:rPr>
              <a:t>Teacher</a:t>
            </a:r>
            <a:endParaRPr b="0" lang="en-IN" sz="1050" spc="-1" strike="noStrike">
              <a:latin typeface="Arial"/>
            </a:endParaRPr>
          </a:p>
        </p:txBody>
      </p:sp>
      <p:sp>
        <p:nvSpPr>
          <p:cNvPr id="681" name="Text 57"/>
          <p:cNvSpPr/>
          <p:nvPr/>
        </p:nvSpPr>
        <p:spPr>
          <a:xfrm>
            <a:off x="8744760" y="4551120"/>
            <a:ext cx="3805920" cy="183960"/>
          </a:xfrm>
          <a:prstGeom prst="rect">
            <a:avLst/>
          </a:prstGeom>
          <a:noFill/>
          <a:ln w="0">
            <a:noFill/>
          </a:ln>
        </p:spPr>
        <p:style>
          <a:lnRef idx="0"/>
          <a:fillRef idx="0"/>
          <a:effectRef idx="0"/>
          <a:fontRef idx="minor"/>
        </p:style>
        <p:txBody>
          <a:bodyPr wrap="none" lIns="0" rIns="0" tIns="0" bIns="0" anchor="t">
            <a:noAutofit/>
          </a:bodyPr>
          <a:p>
            <a:pPr>
              <a:lnSpc>
                <a:spcPts val="1451"/>
              </a:lnSpc>
              <a:buNone/>
              <a:tabLst>
                <a:tab algn="l" pos="0"/>
              </a:tabLst>
            </a:pPr>
            <a:r>
              <a:rPr b="0" lang="en-US" sz="1050" spc="-1" strike="noStrike">
                <a:solidFill>
                  <a:srgbClr val="4c4c4d"/>
                </a:solidFill>
                <a:latin typeface="Heebo"/>
                <a:ea typeface="Heebo"/>
              </a:rPr>
              <a:t>Generate MCQ quiz from lesson content</a:t>
            </a:r>
            <a:endParaRPr b="0" lang="en-IN" sz="1050" spc="-1" strike="noStrike">
              <a:latin typeface="Arial"/>
            </a:endParaRPr>
          </a:p>
        </p:txBody>
      </p:sp>
      <p:sp>
        <p:nvSpPr>
          <p:cNvPr id="682" name="Shape 58"/>
          <p:cNvSpPr/>
          <p:nvPr/>
        </p:nvSpPr>
        <p:spPr>
          <a:xfrm>
            <a:off x="1942920" y="4799160"/>
            <a:ext cx="10744560" cy="311400"/>
          </a:xfrm>
          <a:prstGeom prst="rect">
            <a:avLst/>
          </a:prstGeom>
          <a:solidFill>
            <a:srgbClr val="000000">
              <a:alpha val="4000"/>
            </a:srgbClr>
          </a:solidFill>
          <a:ln w="0">
            <a:noFill/>
          </a:ln>
        </p:spPr>
        <p:style>
          <a:lnRef idx="0"/>
          <a:fillRef idx="0"/>
          <a:effectRef idx="0"/>
          <a:fontRef idx="minor"/>
        </p:style>
      </p:sp>
      <p:sp>
        <p:nvSpPr>
          <p:cNvPr id="683" name="Text 59"/>
          <p:cNvSpPr/>
          <p:nvPr/>
        </p:nvSpPr>
        <p:spPr>
          <a:xfrm>
            <a:off x="2079360" y="4863240"/>
            <a:ext cx="1012320" cy="183960"/>
          </a:xfrm>
          <a:prstGeom prst="rect">
            <a:avLst/>
          </a:prstGeom>
          <a:noFill/>
          <a:ln w="0">
            <a:noFill/>
          </a:ln>
        </p:spPr>
        <p:style>
          <a:lnRef idx="0"/>
          <a:fillRef idx="0"/>
          <a:effectRef idx="0"/>
          <a:fontRef idx="minor"/>
        </p:style>
        <p:txBody>
          <a:bodyPr wrap="none" lIns="0" rIns="0" tIns="0" bIns="0" anchor="t">
            <a:noAutofit/>
          </a:bodyPr>
          <a:p>
            <a:pPr>
              <a:lnSpc>
                <a:spcPts val="1451"/>
              </a:lnSpc>
              <a:buNone/>
              <a:tabLst>
                <a:tab algn="l" pos="0"/>
              </a:tabLst>
            </a:pPr>
            <a:r>
              <a:rPr b="0" lang="en-US" sz="1050" spc="-1" strike="noStrike">
                <a:solidFill>
                  <a:srgbClr val="4c4c4d"/>
                </a:solidFill>
                <a:latin typeface="Heebo"/>
                <a:ea typeface="Heebo"/>
              </a:rPr>
              <a:t>POST</a:t>
            </a:r>
            <a:endParaRPr b="0" lang="en-IN" sz="1050" spc="-1" strike="noStrike">
              <a:latin typeface="Arial"/>
            </a:endParaRPr>
          </a:p>
        </p:txBody>
      </p:sp>
      <p:sp>
        <p:nvSpPr>
          <p:cNvPr id="684" name="Text 60"/>
          <p:cNvSpPr/>
          <p:nvPr/>
        </p:nvSpPr>
        <p:spPr>
          <a:xfrm>
            <a:off x="3372480" y="4863240"/>
            <a:ext cx="3801960" cy="183960"/>
          </a:xfrm>
          <a:prstGeom prst="rect">
            <a:avLst/>
          </a:prstGeom>
          <a:noFill/>
          <a:ln w="0">
            <a:noFill/>
          </a:ln>
        </p:spPr>
        <p:style>
          <a:lnRef idx="0"/>
          <a:fillRef idx="0"/>
          <a:effectRef idx="0"/>
          <a:fontRef idx="minor"/>
        </p:style>
        <p:txBody>
          <a:bodyPr wrap="none" lIns="0" rIns="0" tIns="0" bIns="0" anchor="t">
            <a:noAutofit/>
          </a:bodyPr>
          <a:p>
            <a:pPr>
              <a:lnSpc>
                <a:spcPts val="1451"/>
              </a:lnSpc>
              <a:buNone/>
              <a:tabLst>
                <a:tab algn="l" pos="0"/>
              </a:tabLst>
            </a:pPr>
            <a:r>
              <a:rPr b="0" lang="en-US" sz="1050" spc="-1" strike="noStrike">
                <a:solidFill>
                  <a:srgbClr val="4c4c4d"/>
                </a:solidFill>
                <a:latin typeface="Heebo"/>
                <a:ea typeface="Heebo"/>
              </a:rPr>
              <a:t>/api/v1/quiz/attempt</a:t>
            </a:r>
            <a:endParaRPr b="0" lang="en-IN" sz="1050" spc="-1" strike="noStrike">
              <a:latin typeface="Arial"/>
            </a:endParaRPr>
          </a:p>
        </p:txBody>
      </p:sp>
      <p:sp>
        <p:nvSpPr>
          <p:cNvPr id="685" name="Text 61"/>
          <p:cNvSpPr/>
          <p:nvPr/>
        </p:nvSpPr>
        <p:spPr>
          <a:xfrm>
            <a:off x="7455600" y="4863240"/>
            <a:ext cx="1008360" cy="183960"/>
          </a:xfrm>
          <a:prstGeom prst="rect">
            <a:avLst/>
          </a:prstGeom>
          <a:noFill/>
          <a:ln w="0">
            <a:noFill/>
          </a:ln>
        </p:spPr>
        <p:style>
          <a:lnRef idx="0"/>
          <a:fillRef idx="0"/>
          <a:effectRef idx="0"/>
          <a:fontRef idx="minor"/>
        </p:style>
        <p:txBody>
          <a:bodyPr wrap="none" lIns="0" rIns="0" tIns="0" bIns="0" anchor="t">
            <a:noAutofit/>
          </a:bodyPr>
          <a:p>
            <a:pPr>
              <a:lnSpc>
                <a:spcPts val="1451"/>
              </a:lnSpc>
              <a:buNone/>
              <a:tabLst>
                <a:tab algn="l" pos="0"/>
              </a:tabLst>
            </a:pPr>
            <a:r>
              <a:rPr b="0" lang="en-US" sz="1050" spc="-1" strike="noStrike">
                <a:solidFill>
                  <a:srgbClr val="4c4c4d"/>
                </a:solidFill>
                <a:latin typeface="Heebo"/>
                <a:ea typeface="Heebo"/>
              </a:rPr>
              <a:t>Student</a:t>
            </a:r>
            <a:endParaRPr b="0" lang="en-IN" sz="1050" spc="-1" strike="noStrike">
              <a:latin typeface="Arial"/>
            </a:endParaRPr>
          </a:p>
        </p:txBody>
      </p:sp>
      <p:sp>
        <p:nvSpPr>
          <p:cNvPr id="686" name="Text 62"/>
          <p:cNvSpPr/>
          <p:nvPr/>
        </p:nvSpPr>
        <p:spPr>
          <a:xfrm>
            <a:off x="8744760" y="4863240"/>
            <a:ext cx="3805920" cy="183960"/>
          </a:xfrm>
          <a:prstGeom prst="rect">
            <a:avLst/>
          </a:prstGeom>
          <a:noFill/>
          <a:ln w="0">
            <a:noFill/>
          </a:ln>
        </p:spPr>
        <p:style>
          <a:lnRef idx="0"/>
          <a:fillRef idx="0"/>
          <a:effectRef idx="0"/>
          <a:fontRef idx="minor"/>
        </p:style>
        <p:txBody>
          <a:bodyPr wrap="none" lIns="0" rIns="0" tIns="0" bIns="0" anchor="t">
            <a:noAutofit/>
          </a:bodyPr>
          <a:p>
            <a:pPr>
              <a:lnSpc>
                <a:spcPts val="1451"/>
              </a:lnSpc>
              <a:buNone/>
              <a:tabLst>
                <a:tab algn="l" pos="0"/>
              </a:tabLst>
            </a:pPr>
            <a:r>
              <a:rPr b="0" lang="en-US" sz="1050" spc="-1" strike="noStrike">
                <a:solidFill>
                  <a:srgbClr val="4c4c4d"/>
                </a:solidFill>
                <a:latin typeface="Heebo"/>
                <a:ea typeface="Heebo"/>
              </a:rPr>
              <a:t>Submit quiz answers for AI grading</a:t>
            </a:r>
            <a:endParaRPr b="0" lang="en-IN" sz="1050" spc="-1" strike="noStrike">
              <a:latin typeface="Arial"/>
            </a:endParaRPr>
          </a:p>
        </p:txBody>
      </p:sp>
      <p:sp>
        <p:nvSpPr>
          <p:cNvPr id="687" name="Shape 63"/>
          <p:cNvSpPr/>
          <p:nvPr/>
        </p:nvSpPr>
        <p:spPr>
          <a:xfrm>
            <a:off x="1942920" y="5111280"/>
            <a:ext cx="10744560" cy="311400"/>
          </a:xfrm>
          <a:prstGeom prst="rect">
            <a:avLst/>
          </a:prstGeom>
          <a:solidFill>
            <a:srgbClr val="ffffff">
              <a:alpha val="4000"/>
            </a:srgbClr>
          </a:solidFill>
          <a:ln w="0">
            <a:noFill/>
          </a:ln>
        </p:spPr>
        <p:style>
          <a:lnRef idx="0"/>
          <a:fillRef idx="0"/>
          <a:effectRef idx="0"/>
          <a:fontRef idx="minor"/>
        </p:style>
      </p:sp>
      <p:sp>
        <p:nvSpPr>
          <p:cNvPr id="688" name="Text 64"/>
          <p:cNvSpPr/>
          <p:nvPr/>
        </p:nvSpPr>
        <p:spPr>
          <a:xfrm>
            <a:off x="2079360" y="5175000"/>
            <a:ext cx="1012320" cy="183960"/>
          </a:xfrm>
          <a:prstGeom prst="rect">
            <a:avLst/>
          </a:prstGeom>
          <a:noFill/>
          <a:ln w="0">
            <a:noFill/>
          </a:ln>
        </p:spPr>
        <p:style>
          <a:lnRef idx="0"/>
          <a:fillRef idx="0"/>
          <a:effectRef idx="0"/>
          <a:fontRef idx="minor"/>
        </p:style>
        <p:txBody>
          <a:bodyPr wrap="none" lIns="0" rIns="0" tIns="0" bIns="0" anchor="t">
            <a:noAutofit/>
          </a:bodyPr>
          <a:p>
            <a:pPr>
              <a:lnSpc>
                <a:spcPts val="1451"/>
              </a:lnSpc>
              <a:buNone/>
              <a:tabLst>
                <a:tab algn="l" pos="0"/>
              </a:tabLst>
            </a:pPr>
            <a:r>
              <a:rPr b="0" lang="en-US" sz="1050" spc="-1" strike="noStrike">
                <a:solidFill>
                  <a:srgbClr val="4c4c4d"/>
                </a:solidFill>
                <a:latin typeface="Heebo"/>
                <a:ea typeface="Heebo"/>
              </a:rPr>
              <a:t>POST</a:t>
            </a:r>
            <a:endParaRPr b="0" lang="en-IN" sz="1050" spc="-1" strike="noStrike">
              <a:latin typeface="Arial"/>
            </a:endParaRPr>
          </a:p>
        </p:txBody>
      </p:sp>
      <p:sp>
        <p:nvSpPr>
          <p:cNvPr id="689" name="Text 65"/>
          <p:cNvSpPr/>
          <p:nvPr/>
        </p:nvSpPr>
        <p:spPr>
          <a:xfrm>
            <a:off x="3372480" y="5175000"/>
            <a:ext cx="3801960" cy="183960"/>
          </a:xfrm>
          <a:prstGeom prst="rect">
            <a:avLst/>
          </a:prstGeom>
          <a:noFill/>
          <a:ln w="0">
            <a:noFill/>
          </a:ln>
        </p:spPr>
        <p:style>
          <a:lnRef idx="0"/>
          <a:fillRef idx="0"/>
          <a:effectRef idx="0"/>
          <a:fontRef idx="minor"/>
        </p:style>
        <p:txBody>
          <a:bodyPr wrap="none" lIns="0" rIns="0" tIns="0" bIns="0" anchor="t">
            <a:noAutofit/>
          </a:bodyPr>
          <a:p>
            <a:pPr>
              <a:lnSpc>
                <a:spcPts val="1451"/>
              </a:lnSpc>
              <a:buNone/>
              <a:tabLst>
                <a:tab algn="l" pos="0"/>
              </a:tabLst>
            </a:pPr>
            <a:r>
              <a:rPr b="0" lang="en-US" sz="1050" spc="-1" strike="noStrike">
                <a:solidFill>
                  <a:srgbClr val="4c4c4d"/>
                </a:solidFill>
                <a:latin typeface="Heebo"/>
                <a:ea typeface="Heebo"/>
              </a:rPr>
              <a:t>/api/v1/ai-summary/generate</a:t>
            </a:r>
            <a:endParaRPr b="0" lang="en-IN" sz="1050" spc="-1" strike="noStrike">
              <a:latin typeface="Arial"/>
            </a:endParaRPr>
          </a:p>
        </p:txBody>
      </p:sp>
      <p:sp>
        <p:nvSpPr>
          <p:cNvPr id="690" name="Text 66"/>
          <p:cNvSpPr/>
          <p:nvPr/>
        </p:nvSpPr>
        <p:spPr>
          <a:xfrm>
            <a:off x="7455600" y="5175000"/>
            <a:ext cx="1008360" cy="183960"/>
          </a:xfrm>
          <a:prstGeom prst="rect">
            <a:avLst/>
          </a:prstGeom>
          <a:noFill/>
          <a:ln w="0">
            <a:noFill/>
          </a:ln>
        </p:spPr>
        <p:style>
          <a:lnRef idx="0"/>
          <a:fillRef idx="0"/>
          <a:effectRef idx="0"/>
          <a:fontRef idx="minor"/>
        </p:style>
        <p:txBody>
          <a:bodyPr wrap="none" lIns="0" rIns="0" tIns="0" bIns="0" anchor="t">
            <a:noAutofit/>
          </a:bodyPr>
          <a:p>
            <a:pPr>
              <a:lnSpc>
                <a:spcPts val="1451"/>
              </a:lnSpc>
              <a:buNone/>
              <a:tabLst>
                <a:tab algn="l" pos="0"/>
              </a:tabLst>
            </a:pPr>
            <a:r>
              <a:rPr b="0" lang="en-US" sz="1050" spc="-1" strike="noStrike">
                <a:solidFill>
                  <a:srgbClr val="4c4c4d"/>
                </a:solidFill>
                <a:latin typeface="Heebo"/>
                <a:ea typeface="Heebo"/>
              </a:rPr>
              <a:t>Teacher</a:t>
            </a:r>
            <a:endParaRPr b="0" lang="en-IN" sz="1050" spc="-1" strike="noStrike">
              <a:latin typeface="Arial"/>
            </a:endParaRPr>
          </a:p>
        </p:txBody>
      </p:sp>
      <p:sp>
        <p:nvSpPr>
          <p:cNvPr id="691" name="Text 67"/>
          <p:cNvSpPr/>
          <p:nvPr/>
        </p:nvSpPr>
        <p:spPr>
          <a:xfrm>
            <a:off x="8744760" y="5175000"/>
            <a:ext cx="3805920" cy="183960"/>
          </a:xfrm>
          <a:prstGeom prst="rect">
            <a:avLst/>
          </a:prstGeom>
          <a:noFill/>
          <a:ln w="0">
            <a:noFill/>
          </a:ln>
        </p:spPr>
        <p:style>
          <a:lnRef idx="0"/>
          <a:fillRef idx="0"/>
          <a:effectRef idx="0"/>
          <a:fontRef idx="minor"/>
        </p:style>
        <p:txBody>
          <a:bodyPr wrap="none" lIns="0" rIns="0" tIns="0" bIns="0" anchor="t">
            <a:noAutofit/>
          </a:bodyPr>
          <a:p>
            <a:pPr>
              <a:lnSpc>
                <a:spcPts val="1451"/>
              </a:lnSpc>
              <a:buNone/>
              <a:tabLst>
                <a:tab algn="l" pos="0"/>
              </a:tabLst>
            </a:pPr>
            <a:r>
              <a:rPr b="0" lang="en-US" sz="1050" spc="-1" strike="noStrike">
                <a:solidFill>
                  <a:srgbClr val="4c4c4d"/>
                </a:solidFill>
                <a:latin typeface="Heebo"/>
                <a:ea typeface="Heebo"/>
              </a:rPr>
              <a:t>Generate and cache lesson AI summary</a:t>
            </a:r>
            <a:endParaRPr b="0" lang="en-IN" sz="1050" spc="-1" strike="noStrike">
              <a:latin typeface="Arial"/>
            </a:endParaRPr>
          </a:p>
        </p:txBody>
      </p:sp>
      <p:sp>
        <p:nvSpPr>
          <p:cNvPr id="692" name="Shape 68"/>
          <p:cNvSpPr/>
          <p:nvPr/>
        </p:nvSpPr>
        <p:spPr>
          <a:xfrm>
            <a:off x="1942920" y="5423040"/>
            <a:ext cx="10744560" cy="311400"/>
          </a:xfrm>
          <a:prstGeom prst="rect">
            <a:avLst/>
          </a:prstGeom>
          <a:solidFill>
            <a:srgbClr val="000000">
              <a:alpha val="4000"/>
            </a:srgbClr>
          </a:solidFill>
          <a:ln w="0">
            <a:noFill/>
          </a:ln>
        </p:spPr>
        <p:style>
          <a:lnRef idx="0"/>
          <a:fillRef idx="0"/>
          <a:effectRef idx="0"/>
          <a:fontRef idx="minor"/>
        </p:style>
      </p:sp>
      <p:sp>
        <p:nvSpPr>
          <p:cNvPr id="693" name="Text 69"/>
          <p:cNvSpPr/>
          <p:nvPr/>
        </p:nvSpPr>
        <p:spPr>
          <a:xfrm>
            <a:off x="2079360" y="5486760"/>
            <a:ext cx="1012320" cy="183960"/>
          </a:xfrm>
          <a:prstGeom prst="rect">
            <a:avLst/>
          </a:prstGeom>
          <a:noFill/>
          <a:ln w="0">
            <a:noFill/>
          </a:ln>
        </p:spPr>
        <p:style>
          <a:lnRef idx="0"/>
          <a:fillRef idx="0"/>
          <a:effectRef idx="0"/>
          <a:fontRef idx="minor"/>
        </p:style>
        <p:txBody>
          <a:bodyPr wrap="none" lIns="0" rIns="0" tIns="0" bIns="0" anchor="t">
            <a:noAutofit/>
          </a:bodyPr>
          <a:p>
            <a:pPr>
              <a:lnSpc>
                <a:spcPts val="1451"/>
              </a:lnSpc>
              <a:buNone/>
              <a:tabLst>
                <a:tab algn="l" pos="0"/>
              </a:tabLst>
            </a:pPr>
            <a:r>
              <a:rPr b="0" lang="en-US" sz="1050" spc="-1" strike="noStrike">
                <a:solidFill>
                  <a:srgbClr val="4c4c4d"/>
                </a:solidFill>
                <a:latin typeface="Heebo"/>
                <a:ea typeface="Heebo"/>
              </a:rPr>
              <a:t>POST</a:t>
            </a:r>
            <a:endParaRPr b="0" lang="en-IN" sz="1050" spc="-1" strike="noStrike">
              <a:latin typeface="Arial"/>
            </a:endParaRPr>
          </a:p>
        </p:txBody>
      </p:sp>
      <p:sp>
        <p:nvSpPr>
          <p:cNvPr id="694" name="Text 70"/>
          <p:cNvSpPr/>
          <p:nvPr/>
        </p:nvSpPr>
        <p:spPr>
          <a:xfrm>
            <a:off x="3372480" y="5486760"/>
            <a:ext cx="3801960" cy="183960"/>
          </a:xfrm>
          <a:prstGeom prst="rect">
            <a:avLst/>
          </a:prstGeom>
          <a:noFill/>
          <a:ln w="0">
            <a:noFill/>
          </a:ln>
        </p:spPr>
        <p:style>
          <a:lnRef idx="0"/>
          <a:fillRef idx="0"/>
          <a:effectRef idx="0"/>
          <a:fontRef idx="minor"/>
        </p:style>
        <p:txBody>
          <a:bodyPr wrap="none" lIns="0" rIns="0" tIns="0" bIns="0" anchor="t">
            <a:noAutofit/>
          </a:bodyPr>
          <a:p>
            <a:pPr>
              <a:lnSpc>
                <a:spcPts val="1451"/>
              </a:lnSpc>
              <a:buNone/>
              <a:tabLst>
                <a:tab algn="l" pos="0"/>
              </a:tabLst>
            </a:pPr>
            <a:r>
              <a:rPr b="0" lang="en-US" sz="1050" spc="-1" strike="noStrike">
                <a:solidFill>
                  <a:srgbClr val="4c4c4d"/>
                </a:solidFill>
                <a:latin typeface="Heebo"/>
                <a:ea typeface="Heebo"/>
              </a:rPr>
              <a:t>/api/v1/chatbot/message</a:t>
            </a:r>
            <a:endParaRPr b="0" lang="en-IN" sz="1050" spc="-1" strike="noStrike">
              <a:latin typeface="Arial"/>
            </a:endParaRPr>
          </a:p>
        </p:txBody>
      </p:sp>
      <p:sp>
        <p:nvSpPr>
          <p:cNvPr id="695" name="Text 71"/>
          <p:cNvSpPr/>
          <p:nvPr/>
        </p:nvSpPr>
        <p:spPr>
          <a:xfrm>
            <a:off x="7455600" y="5486760"/>
            <a:ext cx="1008360" cy="183960"/>
          </a:xfrm>
          <a:prstGeom prst="rect">
            <a:avLst/>
          </a:prstGeom>
          <a:noFill/>
          <a:ln w="0">
            <a:noFill/>
          </a:ln>
        </p:spPr>
        <p:style>
          <a:lnRef idx="0"/>
          <a:fillRef idx="0"/>
          <a:effectRef idx="0"/>
          <a:fontRef idx="minor"/>
        </p:style>
        <p:txBody>
          <a:bodyPr wrap="none" lIns="0" rIns="0" tIns="0" bIns="0" anchor="t">
            <a:noAutofit/>
          </a:bodyPr>
          <a:p>
            <a:pPr>
              <a:lnSpc>
                <a:spcPts val="1451"/>
              </a:lnSpc>
              <a:buNone/>
              <a:tabLst>
                <a:tab algn="l" pos="0"/>
              </a:tabLst>
            </a:pPr>
            <a:r>
              <a:rPr b="0" lang="en-US" sz="1050" spc="-1" strike="noStrike">
                <a:solidFill>
                  <a:srgbClr val="4c4c4d"/>
                </a:solidFill>
                <a:latin typeface="Heebo"/>
                <a:ea typeface="Heebo"/>
              </a:rPr>
              <a:t>Student</a:t>
            </a:r>
            <a:endParaRPr b="0" lang="en-IN" sz="1050" spc="-1" strike="noStrike">
              <a:latin typeface="Arial"/>
            </a:endParaRPr>
          </a:p>
        </p:txBody>
      </p:sp>
      <p:sp>
        <p:nvSpPr>
          <p:cNvPr id="696" name="Text 72"/>
          <p:cNvSpPr/>
          <p:nvPr/>
        </p:nvSpPr>
        <p:spPr>
          <a:xfrm>
            <a:off x="8744760" y="5486760"/>
            <a:ext cx="3805920" cy="183960"/>
          </a:xfrm>
          <a:prstGeom prst="rect">
            <a:avLst/>
          </a:prstGeom>
          <a:noFill/>
          <a:ln w="0">
            <a:noFill/>
          </a:ln>
        </p:spPr>
        <p:style>
          <a:lnRef idx="0"/>
          <a:fillRef idx="0"/>
          <a:effectRef idx="0"/>
          <a:fontRef idx="minor"/>
        </p:style>
        <p:txBody>
          <a:bodyPr wrap="none" lIns="0" rIns="0" tIns="0" bIns="0" anchor="t">
            <a:noAutofit/>
          </a:bodyPr>
          <a:p>
            <a:pPr>
              <a:lnSpc>
                <a:spcPts val="1451"/>
              </a:lnSpc>
              <a:buNone/>
              <a:tabLst>
                <a:tab algn="l" pos="0"/>
              </a:tabLst>
            </a:pPr>
            <a:r>
              <a:rPr b="0" lang="en-US" sz="1050" spc="-1" strike="noStrike">
                <a:solidFill>
                  <a:srgbClr val="4c4c4d"/>
                </a:solidFill>
                <a:latin typeface="Heebo"/>
                <a:ea typeface="Heebo"/>
              </a:rPr>
              <a:t>Send message to course-aware AI chatbot</a:t>
            </a:r>
            <a:endParaRPr b="0" lang="en-IN" sz="1050" spc="-1" strike="noStrike">
              <a:latin typeface="Arial"/>
            </a:endParaRPr>
          </a:p>
        </p:txBody>
      </p:sp>
      <p:sp>
        <p:nvSpPr>
          <p:cNvPr id="697" name="Shape 73"/>
          <p:cNvSpPr/>
          <p:nvPr/>
        </p:nvSpPr>
        <p:spPr>
          <a:xfrm>
            <a:off x="1942920" y="5734800"/>
            <a:ext cx="10744560" cy="311400"/>
          </a:xfrm>
          <a:prstGeom prst="rect">
            <a:avLst/>
          </a:prstGeom>
          <a:solidFill>
            <a:srgbClr val="ffffff">
              <a:alpha val="4000"/>
            </a:srgbClr>
          </a:solidFill>
          <a:ln w="0">
            <a:noFill/>
          </a:ln>
        </p:spPr>
        <p:style>
          <a:lnRef idx="0"/>
          <a:fillRef idx="0"/>
          <a:effectRef idx="0"/>
          <a:fontRef idx="minor"/>
        </p:style>
      </p:sp>
      <p:sp>
        <p:nvSpPr>
          <p:cNvPr id="698" name="Text 74"/>
          <p:cNvSpPr/>
          <p:nvPr/>
        </p:nvSpPr>
        <p:spPr>
          <a:xfrm>
            <a:off x="2079360" y="5798520"/>
            <a:ext cx="1012320" cy="183960"/>
          </a:xfrm>
          <a:prstGeom prst="rect">
            <a:avLst/>
          </a:prstGeom>
          <a:noFill/>
          <a:ln w="0">
            <a:noFill/>
          </a:ln>
        </p:spPr>
        <p:style>
          <a:lnRef idx="0"/>
          <a:fillRef idx="0"/>
          <a:effectRef idx="0"/>
          <a:fontRef idx="minor"/>
        </p:style>
        <p:txBody>
          <a:bodyPr wrap="none" lIns="0" rIns="0" tIns="0" bIns="0" anchor="t">
            <a:noAutofit/>
          </a:bodyPr>
          <a:p>
            <a:pPr>
              <a:lnSpc>
                <a:spcPts val="1451"/>
              </a:lnSpc>
              <a:buNone/>
              <a:tabLst>
                <a:tab algn="l" pos="0"/>
              </a:tabLst>
            </a:pPr>
            <a:r>
              <a:rPr b="0" lang="en-US" sz="1050" spc="-1" strike="noStrike">
                <a:solidFill>
                  <a:srgbClr val="4c4c4d"/>
                </a:solidFill>
                <a:latin typeface="Heebo"/>
                <a:ea typeface="Heebo"/>
              </a:rPr>
              <a:t>POST</a:t>
            </a:r>
            <a:endParaRPr b="0" lang="en-IN" sz="1050" spc="-1" strike="noStrike">
              <a:latin typeface="Arial"/>
            </a:endParaRPr>
          </a:p>
        </p:txBody>
      </p:sp>
      <p:sp>
        <p:nvSpPr>
          <p:cNvPr id="699" name="Text 75"/>
          <p:cNvSpPr/>
          <p:nvPr/>
        </p:nvSpPr>
        <p:spPr>
          <a:xfrm>
            <a:off x="3372480" y="5798520"/>
            <a:ext cx="3801960" cy="183960"/>
          </a:xfrm>
          <a:prstGeom prst="rect">
            <a:avLst/>
          </a:prstGeom>
          <a:noFill/>
          <a:ln w="0">
            <a:noFill/>
          </a:ln>
        </p:spPr>
        <p:style>
          <a:lnRef idx="0"/>
          <a:fillRef idx="0"/>
          <a:effectRef idx="0"/>
          <a:fontRef idx="minor"/>
        </p:style>
        <p:txBody>
          <a:bodyPr wrap="none" lIns="0" rIns="0" tIns="0" bIns="0" anchor="t">
            <a:noAutofit/>
          </a:bodyPr>
          <a:p>
            <a:pPr>
              <a:lnSpc>
                <a:spcPts val="1451"/>
              </a:lnSpc>
              <a:buNone/>
              <a:tabLst>
                <a:tab algn="l" pos="0"/>
              </a:tabLst>
            </a:pPr>
            <a:r>
              <a:rPr b="0" lang="en-US" sz="1050" spc="-1" strike="noStrike">
                <a:solidFill>
                  <a:srgbClr val="4c4c4d"/>
                </a:solidFill>
                <a:latin typeface="Heebo"/>
                <a:ea typeface="Heebo"/>
              </a:rPr>
              <a:t>/api/v1/lesson-notes/generate</a:t>
            </a:r>
            <a:endParaRPr b="0" lang="en-IN" sz="1050" spc="-1" strike="noStrike">
              <a:latin typeface="Arial"/>
            </a:endParaRPr>
          </a:p>
        </p:txBody>
      </p:sp>
      <p:sp>
        <p:nvSpPr>
          <p:cNvPr id="700" name="Text 76"/>
          <p:cNvSpPr/>
          <p:nvPr/>
        </p:nvSpPr>
        <p:spPr>
          <a:xfrm>
            <a:off x="7455600" y="5798520"/>
            <a:ext cx="1008360" cy="183960"/>
          </a:xfrm>
          <a:prstGeom prst="rect">
            <a:avLst/>
          </a:prstGeom>
          <a:noFill/>
          <a:ln w="0">
            <a:noFill/>
          </a:ln>
        </p:spPr>
        <p:style>
          <a:lnRef idx="0"/>
          <a:fillRef idx="0"/>
          <a:effectRef idx="0"/>
          <a:fontRef idx="minor"/>
        </p:style>
        <p:txBody>
          <a:bodyPr wrap="none" lIns="0" rIns="0" tIns="0" bIns="0" anchor="t">
            <a:noAutofit/>
          </a:bodyPr>
          <a:p>
            <a:pPr>
              <a:lnSpc>
                <a:spcPts val="1451"/>
              </a:lnSpc>
              <a:buNone/>
              <a:tabLst>
                <a:tab algn="l" pos="0"/>
              </a:tabLst>
            </a:pPr>
            <a:r>
              <a:rPr b="0" lang="en-US" sz="1050" spc="-1" strike="noStrike">
                <a:solidFill>
                  <a:srgbClr val="4c4c4d"/>
                </a:solidFill>
                <a:latin typeface="Heebo"/>
                <a:ea typeface="Heebo"/>
              </a:rPr>
              <a:t>Student</a:t>
            </a:r>
            <a:endParaRPr b="0" lang="en-IN" sz="1050" spc="-1" strike="noStrike">
              <a:latin typeface="Arial"/>
            </a:endParaRPr>
          </a:p>
        </p:txBody>
      </p:sp>
      <p:sp>
        <p:nvSpPr>
          <p:cNvPr id="701" name="Text 77"/>
          <p:cNvSpPr/>
          <p:nvPr/>
        </p:nvSpPr>
        <p:spPr>
          <a:xfrm>
            <a:off x="8744760" y="5798520"/>
            <a:ext cx="3805920" cy="183960"/>
          </a:xfrm>
          <a:prstGeom prst="rect">
            <a:avLst/>
          </a:prstGeom>
          <a:noFill/>
          <a:ln w="0">
            <a:noFill/>
          </a:ln>
        </p:spPr>
        <p:style>
          <a:lnRef idx="0"/>
          <a:fillRef idx="0"/>
          <a:effectRef idx="0"/>
          <a:fontRef idx="minor"/>
        </p:style>
        <p:txBody>
          <a:bodyPr wrap="none" lIns="0" rIns="0" tIns="0" bIns="0" anchor="t">
            <a:noAutofit/>
          </a:bodyPr>
          <a:p>
            <a:pPr>
              <a:lnSpc>
                <a:spcPts val="1451"/>
              </a:lnSpc>
              <a:buNone/>
              <a:tabLst>
                <a:tab algn="l" pos="0"/>
              </a:tabLst>
            </a:pPr>
            <a:r>
              <a:rPr b="0" lang="en-US" sz="1050" spc="-1" strike="noStrike">
                <a:solidFill>
                  <a:srgbClr val="4c4c4d"/>
                </a:solidFill>
                <a:latin typeface="Heebo"/>
                <a:ea typeface="Heebo"/>
              </a:rPr>
              <a:t>AI-generate structured lesson notes</a:t>
            </a:r>
            <a:endParaRPr b="0" lang="en-IN" sz="1050" spc="-1" strike="noStrike">
              <a:latin typeface="Arial"/>
            </a:endParaRPr>
          </a:p>
        </p:txBody>
      </p:sp>
      <p:sp>
        <p:nvSpPr>
          <p:cNvPr id="702" name="Text 78"/>
          <p:cNvSpPr/>
          <p:nvPr/>
        </p:nvSpPr>
        <p:spPr>
          <a:xfrm>
            <a:off x="1935000" y="6194880"/>
            <a:ext cx="2728440" cy="340920"/>
          </a:xfrm>
          <a:prstGeom prst="rect">
            <a:avLst/>
          </a:prstGeom>
          <a:noFill/>
          <a:ln w="0">
            <a:noFill/>
          </a:ln>
        </p:spPr>
        <p:style>
          <a:lnRef idx="0"/>
          <a:fillRef idx="0"/>
          <a:effectRef idx="0"/>
          <a:fontRef idx="minor"/>
        </p:style>
        <p:txBody>
          <a:bodyPr wrap="none" lIns="0" rIns="0" tIns="0" bIns="0" anchor="t">
            <a:noAutofit/>
          </a:bodyPr>
          <a:p>
            <a:pPr>
              <a:lnSpc>
                <a:spcPts val="2650"/>
              </a:lnSpc>
              <a:buNone/>
              <a:tabLst>
                <a:tab algn="l" pos="0"/>
              </a:tabLst>
            </a:pPr>
            <a:r>
              <a:rPr b="0" lang="en-US" sz="2100" spc="-1" strike="noStrike">
                <a:solidFill>
                  <a:srgbClr val="152d47"/>
                </a:solidFill>
                <a:latin typeface="Crimson Pro Semi Bold"/>
                <a:ea typeface="Crimson Pro Semi Bold"/>
              </a:rPr>
              <a:t>Technology Stack</a:t>
            </a:r>
            <a:endParaRPr b="0" lang="en-IN" sz="2100" spc="-1" strike="noStrike">
              <a:latin typeface="Arial"/>
            </a:endParaRPr>
          </a:p>
        </p:txBody>
      </p:sp>
      <p:sp>
        <p:nvSpPr>
          <p:cNvPr id="703" name="Shape 79"/>
          <p:cNvSpPr/>
          <p:nvPr/>
        </p:nvSpPr>
        <p:spPr>
          <a:xfrm>
            <a:off x="1935000" y="6676560"/>
            <a:ext cx="10759680" cy="1094400"/>
          </a:xfrm>
          <a:prstGeom prst="roundRect">
            <a:avLst>
              <a:gd name="adj" fmla="val 1869"/>
            </a:avLst>
          </a:prstGeom>
          <a:solidFill>
            <a:srgbClr val="f2eeee"/>
          </a:solidFill>
          <a:ln w="0">
            <a:noFill/>
          </a:ln>
        </p:spPr>
        <p:style>
          <a:lnRef idx="0"/>
          <a:fillRef idx="0"/>
          <a:effectRef idx="0"/>
          <a:fontRef idx="minor"/>
        </p:style>
      </p:sp>
      <p:sp>
        <p:nvSpPr>
          <p:cNvPr id="704" name="Shape 80"/>
          <p:cNvSpPr/>
          <p:nvPr/>
        </p:nvSpPr>
        <p:spPr>
          <a:xfrm>
            <a:off x="1935000" y="6676560"/>
            <a:ext cx="2689560" cy="1094400"/>
          </a:xfrm>
          <a:prstGeom prst="roundRect">
            <a:avLst>
              <a:gd name="adj" fmla="val 1869"/>
            </a:avLst>
          </a:prstGeom>
          <a:solidFill>
            <a:srgbClr val="f2eeee"/>
          </a:solidFill>
          <a:ln w="0">
            <a:noFill/>
          </a:ln>
        </p:spPr>
        <p:style>
          <a:lnRef idx="0"/>
          <a:fillRef idx="0"/>
          <a:effectRef idx="0"/>
          <a:fontRef idx="minor"/>
        </p:style>
      </p:sp>
      <p:sp>
        <p:nvSpPr>
          <p:cNvPr id="705" name="Text 81"/>
          <p:cNvSpPr/>
          <p:nvPr/>
        </p:nvSpPr>
        <p:spPr>
          <a:xfrm>
            <a:off x="2071440" y="6813000"/>
            <a:ext cx="1705320" cy="212760"/>
          </a:xfrm>
          <a:prstGeom prst="rect">
            <a:avLst/>
          </a:prstGeom>
          <a:noFill/>
          <a:ln w="0">
            <a:noFill/>
          </a:ln>
        </p:spPr>
        <p:style>
          <a:lnRef idx="0"/>
          <a:fillRef idx="0"/>
          <a:effectRef idx="0"/>
          <a:fontRef idx="minor"/>
        </p:style>
        <p:txBody>
          <a:bodyPr wrap="none" lIns="0" rIns="0" tIns="0" bIns="0" anchor="t">
            <a:noAutofit/>
          </a:bodyPr>
          <a:p>
            <a:pPr>
              <a:lnSpc>
                <a:spcPts val="1650"/>
              </a:lnSpc>
              <a:buNone/>
              <a:tabLst>
                <a:tab algn="l" pos="0"/>
              </a:tabLst>
            </a:pPr>
            <a:r>
              <a:rPr b="0" lang="en-US" sz="1300" spc="-1" strike="noStrike">
                <a:solidFill>
                  <a:srgbClr val="4c4c4d"/>
                </a:solidFill>
                <a:latin typeface="Crimson Pro Semi Bold"/>
                <a:ea typeface="Crimson Pro Semi Bold"/>
              </a:rPr>
              <a:t>Backend</a:t>
            </a:r>
            <a:endParaRPr b="0" lang="en-IN" sz="1300" spc="-1" strike="noStrike">
              <a:latin typeface="Arial"/>
            </a:endParaRPr>
          </a:p>
        </p:txBody>
      </p:sp>
      <p:sp>
        <p:nvSpPr>
          <p:cNvPr id="706" name="Text 82"/>
          <p:cNvSpPr/>
          <p:nvPr/>
        </p:nvSpPr>
        <p:spPr>
          <a:xfrm>
            <a:off x="2071440" y="7082280"/>
            <a:ext cx="2416680" cy="367920"/>
          </a:xfrm>
          <a:prstGeom prst="rect">
            <a:avLst/>
          </a:prstGeom>
          <a:noFill/>
          <a:ln w="0">
            <a:noFill/>
          </a:ln>
        </p:spPr>
        <p:style>
          <a:lnRef idx="0"/>
          <a:fillRef idx="0"/>
          <a:effectRef idx="0"/>
          <a:fontRef idx="minor"/>
        </p:style>
        <p:txBody>
          <a:bodyPr lIns="0" rIns="0" tIns="0" bIns="0" anchor="t">
            <a:noAutofit/>
          </a:bodyPr>
          <a:p>
            <a:pPr>
              <a:lnSpc>
                <a:spcPts val="1451"/>
              </a:lnSpc>
              <a:buNone/>
              <a:tabLst>
                <a:tab algn="l" pos="0"/>
              </a:tabLst>
            </a:pPr>
            <a:r>
              <a:rPr b="0" lang="en-US" sz="1050" spc="-1" strike="noStrike">
                <a:solidFill>
                  <a:srgbClr val="4c4c4d"/>
                </a:solidFill>
                <a:latin typeface="Heebo"/>
                <a:ea typeface="Heebo"/>
              </a:rPr>
              <a:t>NestJS 11 · Node.js 20 LTS · Prisma 7 · PostgreSQL 16 · Redis 7 · BullMQ</a:t>
            </a:r>
            <a:endParaRPr b="0" lang="en-IN" sz="1050" spc="-1" strike="noStrike">
              <a:latin typeface="Arial"/>
            </a:endParaRPr>
          </a:p>
        </p:txBody>
      </p:sp>
      <p:sp>
        <p:nvSpPr>
          <p:cNvPr id="707" name="Shape 83"/>
          <p:cNvSpPr/>
          <p:nvPr/>
        </p:nvSpPr>
        <p:spPr>
          <a:xfrm>
            <a:off x="4625280" y="6676560"/>
            <a:ext cx="2689560" cy="1094400"/>
          </a:xfrm>
          <a:prstGeom prst="rect">
            <a:avLst/>
          </a:prstGeom>
          <a:solidFill>
            <a:srgbClr val="f2eeee"/>
          </a:solidFill>
          <a:ln w="0">
            <a:noFill/>
          </a:ln>
        </p:spPr>
        <p:style>
          <a:lnRef idx="0"/>
          <a:fillRef idx="0"/>
          <a:effectRef idx="0"/>
          <a:fontRef idx="minor"/>
        </p:style>
      </p:sp>
      <p:sp>
        <p:nvSpPr>
          <p:cNvPr id="708" name="Shape 84"/>
          <p:cNvSpPr/>
          <p:nvPr/>
        </p:nvSpPr>
        <p:spPr>
          <a:xfrm>
            <a:off x="4625280" y="6676560"/>
            <a:ext cx="14760" cy="1094400"/>
          </a:xfrm>
          <a:prstGeom prst="roundRect">
            <a:avLst>
              <a:gd name="adj" fmla="val 134302"/>
            </a:avLst>
          </a:prstGeom>
          <a:solidFill>
            <a:srgbClr val="d8d4d4"/>
          </a:solidFill>
          <a:ln w="0">
            <a:noFill/>
          </a:ln>
        </p:spPr>
        <p:style>
          <a:lnRef idx="0"/>
          <a:fillRef idx="0"/>
          <a:effectRef idx="0"/>
          <a:fontRef idx="minor"/>
        </p:style>
      </p:sp>
      <p:sp>
        <p:nvSpPr>
          <p:cNvPr id="709" name="Text 85"/>
          <p:cNvSpPr/>
          <p:nvPr/>
        </p:nvSpPr>
        <p:spPr>
          <a:xfrm>
            <a:off x="4761720" y="6813000"/>
            <a:ext cx="1705320" cy="212760"/>
          </a:xfrm>
          <a:prstGeom prst="rect">
            <a:avLst/>
          </a:prstGeom>
          <a:noFill/>
          <a:ln w="0">
            <a:noFill/>
          </a:ln>
        </p:spPr>
        <p:style>
          <a:lnRef idx="0"/>
          <a:fillRef idx="0"/>
          <a:effectRef idx="0"/>
          <a:fontRef idx="minor"/>
        </p:style>
        <p:txBody>
          <a:bodyPr wrap="none" lIns="0" rIns="0" tIns="0" bIns="0" anchor="t">
            <a:noAutofit/>
          </a:bodyPr>
          <a:p>
            <a:pPr>
              <a:lnSpc>
                <a:spcPts val="1650"/>
              </a:lnSpc>
              <a:buNone/>
              <a:tabLst>
                <a:tab algn="l" pos="0"/>
              </a:tabLst>
            </a:pPr>
            <a:r>
              <a:rPr b="0" lang="en-US" sz="1300" spc="-1" strike="noStrike">
                <a:solidFill>
                  <a:srgbClr val="4c4c4d"/>
                </a:solidFill>
                <a:latin typeface="Crimson Pro Semi Bold"/>
                <a:ea typeface="Crimson Pro Semi Bold"/>
              </a:rPr>
              <a:t>Frontend</a:t>
            </a:r>
            <a:endParaRPr b="0" lang="en-IN" sz="1300" spc="-1" strike="noStrike">
              <a:latin typeface="Arial"/>
            </a:endParaRPr>
          </a:p>
        </p:txBody>
      </p:sp>
      <p:sp>
        <p:nvSpPr>
          <p:cNvPr id="710" name="Text 86"/>
          <p:cNvSpPr/>
          <p:nvPr/>
        </p:nvSpPr>
        <p:spPr>
          <a:xfrm>
            <a:off x="4761720" y="7082280"/>
            <a:ext cx="2416680" cy="552240"/>
          </a:xfrm>
          <a:prstGeom prst="rect">
            <a:avLst/>
          </a:prstGeom>
          <a:noFill/>
          <a:ln w="0">
            <a:noFill/>
          </a:ln>
        </p:spPr>
        <p:style>
          <a:lnRef idx="0"/>
          <a:fillRef idx="0"/>
          <a:effectRef idx="0"/>
          <a:fontRef idx="minor"/>
        </p:style>
        <p:txBody>
          <a:bodyPr lIns="0" rIns="0" tIns="0" bIns="0" anchor="t">
            <a:noAutofit/>
          </a:bodyPr>
          <a:p>
            <a:pPr>
              <a:lnSpc>
                <a:spcPts val="1451"/>
              </a:lnSpc>
              <a:buNone/>
              <a:tabLst>
                <a:tab algn="l" pos="0"/>
              </a:tabLst>
            </a:pPr>
            <a:r>
              <a:rPr b="0" lang="en-US" sz="1050" spc="-1" strike="noStrike">
                <a:solidFill>
                  <a:srgbClr val="4c4c4d"/>
                </a:solidFill>
                <a:latin typeface="Heebo"/>
                <a:ea typeface="Heebo"/>
              </a:rPr>
              <a:t>Next.js 16 · Tailwind CSS v4 · shadcn/ui · TanStack Query · Zustand · React Hook Form + Zod</a:t>
            </a:r>
            <a:endParaRPr b="0" lang="en-IN" sz="1050" spc="-1" strike="noStrike">
              <a:latin typeface="Arial"/>
            </a:endParaRPr>
          </a:p>
        </p:txBody>
      </p:sp>
      <p:sp>
        <p:nvSpPr>
          <p:cNvPr id="711" name="Shape 87"/>
          <p:cNvSpPr/>
          <p:nvPr/>
        </p:nvSpPr>
        <p:spPr>
          <a:xfrm>
            <a:off x="7315200" y="6676560"/>
            <a:ext cx="2689560" cy="1094400"/>
          </a:xfrm>
          <a:prstGeom prst="rect">
            <a:avLst/>
          </a:prstGeom>
          <a:solidFill>
            <a:srgbClr val="f2eeee"/>
          </a:solidFill>
          <a:ln w="0">
            <a:noFill/>
          </a:ln>
        </p:spPr>
        <p:style>
          <a:lnRef idx="0"/>
          <a:fillRef idx="0"/>
          <a:effectRef idx="0"/>
          <a:fontRef idx="minor"/>
        </p:style>
      </p:sp>
      <p:sp>
        <p:nvSpPr>
          <p:cNvPr id="712" name="Shape 88"/>
          <p:cNvSpPr/>
          <p:nvPr/>
        </p:nvSpPr>
        <p:spPr>
          <a:xfrm>
            <a:off x="7315200" y="6676560"/>
            <a:ext cx="14760" cy="1094400"/>
          </a:xfrm>
          <a:prstGeom prst="roundRect">
            <a:avLst>
              <a:gd name="adj" fmla="val 134302"/>
            </a:avLst>
          </a:prstGeom>
          <a:solidFill>
            <a:srgbClr val="d8d4d4"/>
          </a:solidFill>
          <a:ln w="0">
            <a:noFill/>
          </a:ln>
        </p:spPr>
        <p:style>
          <a:lnRef idx="0"/>
          <a:fillRef idx="0"/>
          <a:effectRef idx="0"/>
          <a:fontRef idx="minor"/>
        </p:style>
      </p:sp>
      <p:sp>
        <p:nvSpPr>
          <p:cNvPr id="713" name="Text 89"/>
          <p:cNvSpPr/>
          <p:nvPr/>
        </p:nvSpPr>
        <p:spPr>
          <a:xfrm>
            <a:off x="7451640" y="6813000"/>
            <a:ext cx="1705320" cy="212760"/>
          </a:xfrm>
          <a:prstGeom prst="rect">
            <a:avLst/>
          </a:prstGeom>
          <a:noFill/>
          <a:ln w="0">
            <a:noFill/>
          </a:ln>
        </p:spPr>
        <p:style>
          <a:lnRef idx="0"/>
          <a:fillRef idx="0"/>
          <a:effectRef idx="0"/>
          <a:fontRef idx="minor"/>
        </p:style>
        <p:txBody>
          <a:bodyPr wrap="none" lIns="0" rIns="0" tIns="0" bIns="0" anchor="t">
            <a:noAutofit/>
          </a:bodyPr>
          <a:p>
            <a:pPr>
              <a:lnSpc>
                <a:spcPts val="1650"/>
              </a:lnSpc>
              <a:buNone/>
              <a:tabLst>
                <a:tab algn="l" pos="0"/>
              </a:tabLst>
            </a:pPr>
            <a:r>
              <a:rPr b="0" lang="en-US" sz="1300" spc="-1" strike="noStrike">
                <a:solidFill>
                  <a:srgbClr val="4c4c4d"/>
                </a:solidFill>
                <a:latin typeface="Crimson Pro Semi Bold"/>
                <a:ea typeface="Crimson Pro Semi Bold"/>
              </a:rPr>
              <a:t>AI &amp; Security</a:t>
            </a:r>
            <a:endParaRPr b="0" lang="en-IN" sz="1300" spc="-1" strike="noStrike">
              <a:latin typeface="Arial"/>
            </a:endParaRPr>
          </a:p>
        </p:txBody>
      </p:sp>
      <p:sp>
        <p:nvSpPr>
          <p:cNvPr id="714" name="Text 90"/>
          <p:cNvSpPr/>
          <p:nvPr/>
        </p:nvSpPr>
        <p:spPr>
          <a:xfrm>
            <a:off x="7451640" y="7082280"/>
            <a:ext cx="2416680" cy="552240"/>
          </a:xfrm>
          <a:prstGeom prst="rect">
            <a:avLst/>
          </a:prstGeom>
          <a:noFill/>
          <a:ln w="0">
            <a:noFill/>
          </a:ln>
        </p:spPr>
        <p:style>
          <a:lnRef idx="0"/>
          <a:fillRef idx="0"/>
          <a:effectRef idx="0"/>
          <a:fontRef idx="minor"/>
        </p:style>
        <p:txBody>
          <a:bodyPr lIns="0" rIns="0" tIns="0" bIns="0" anchor="t">
            <a:noAutofit/>
          </a:bodyPr>
          <a:p>
            <a:pPr>
              <a:lnSpc>
                <a:spcPts val="1451"/>
              </a:lnSpc>
              <a:buNone/>
              <a:tabLst>
                <a:tab algn="l" pos="0"/>
              </a:tabLst>
            </a:pPr>
            <a:r>
              <a:rPr b="0" lang="en-US" sz="1050" spc="-1" strike="noStrike">
                <a:solidFill>
                  <a:srgbClr val="4c4c4d"/>
                </a:solidFill>
                <a:latin typeface="Heebo"/>
                <a:ea typeface="Heebo"/>
              </a:rPr>
              <a:t>Google Gemini 2.5 Flash API · JWT + Bcrypt · Role-Based Access Control (RBAC)</a:t>
            </a:r>
            <a:endParaRPr b="0" lang="en-IN" sz="1050" spc="-1" strike="noStrike">
              <a:latin typeface="Arial"/>
            </a:endParaRPr>
          </a:p>
        </p:txBody>
      </p:sp>
      <p:sp>
        <p:nvSpPr>
          <p:cNvPr id="715" name="Shape 91"/>
          <p:cNvSpPr/>
          <p:nvPr/>
        </p:nvSpPr>
        <p:spPr>
          <a:xfrm>
            <a:off x="10005120" y="6676560"/>
            <a:ext cx="2689560" cy="1094400"/>
          </a:xfrm>
          <a:prstGeom prst="rect">
            <a:avLst/>
          </a:prstGeom>
          <a:solidFill>
            <a:srgbClr val="f2eeee"/>
          </a:solidFill>
          <a:ln w="0">
            <a:noFill/>
          </a:ln>
        </p:spPr>
        <p:style>
          <a:lnRef idx="0"/>
          <a:fillRef idx="0"/>
          <a:effectRef idx="0"/>
          <a:fontRef idx="minor"/>
        </p:style>
      </p:sp>
      <p:sp>
        <p:nvSpPr>
          <p:cNvPr id="716" name="Shape 92"/>
          <p:cNvSpPr/>
          <p:nvPr/>
        </p:nvSpPr>
        <p:spPr>
          <a:xfrm>
            <a:off x="10005120" y="6676560"/>
            <a:ext cx="14760" cy="1094400"/>
          </a:xfrm>
          <a:prstGeom prst="roundRect">
            <a:avLst>
              <a:gd name="adj" fmla="val 134302"/>
            </a:avLst>
          </a:prstGeom>
          <a:solidFill>
            <a:srgbClr val="d8d4d4"/>
          </a:solidFill>
          <a:ln w="0">
            <a:noFill/>
          </a:ln>
        </p:spPr>
        <p:style>
          <a:lnRef idx="0"/>
          <a:fillRef idx="0"/>
          <a:effectRef idx="0"/>
          <a:fontRef idx="minor"/>
        </p:style>
      </p:sp>
      <p:sp>
        <p:nvSpPr>
          <p:cNvPr id="717" name="Text 93"/>
          <p:cNvSpPr/>
          <p:nvPr/>
        </p:nvSpPr>
        <p:spPr>
          <a:xfrm>
            <a:off x="10141560" y="6813000"/>
            <a:ext cx="1705320" cy="212760"/>
          </a:xfrm>
          <a:prstGeom prst="rect">
            <a:avLst/>
          </a:prstGeom>
          <a:noFill/>
          <a:ln w="0">
            <a:noFill/>
          </a:ln>
        </p:spPr>
        <p:style>
          <a:lnRef idx="0"/>
          <a:fillRef idx="0"/>
          <a:effectRef idx="0"/>
          <a:fontRef idx="minor"/>
        </p:style>
        <p:txBody>
          <a:bodyPr wrap="none" lIns="0" rIns="0" tIns="0" bIns="0" anchor="t">
            <a:noAutofit/>
          </a:bodyPr>
          <a:p>
            <a:pPr>
              <a:lnSpc>
                <a:spcPts val="1650"/>
              </a:lnSpc>
              <a:buNone/>
              <a:tabLst>
                <a:tab algn="l" pos="0"/>
              </a:tabLst>
            </a:pPr>
            <a:r>
              <a:rPr b="0" lang="en-US" sz="1300" spc="-1" strike="noStrike">
                <a:solidFill>
                  <a:srgbClr val="4c4c4d"/>
                </a:solidFill>
                <a:latin typeface="Crimson Pro Semi Bold"/>
                <a:ea typeface="Crimson Pro Semi Bold"/>
              </a:rPr>
              <a:t>DevOps &amp; Tools</a:t>
            </a:r>
            <a:endParaRPr b="0" lang="en-IN" sz="1300" spc="-1" strike="noStrike">
              <a:latin typeface="Arial"/>
            </a:endParaRPr>
          </a:p>
        </p:txBody>
      </p:sp>
      <p:sp>
        <p:nvSpPr>
          <p:cNvPr id="718" name="Text 94"/>
          <p:cNvSpPr/>
          <p:nvPr/>
        </p:nvSpPr>
        <p:spPr>
          <a:xfrm>
            <a:off x="10141560" y="7082280"/>
            <a:ext cx="2416680" cy="367920"/>
          </a:xfrm>
          <a:prstGeom prst="rect">
            <a:avLst/>
          </a:prstGeom>
          <a:noFill/>
          <a:ln w="0">
            <a:noFill/>
          </a:ln>
        </p:spPr>
        <p:style>
          <a:lnRef idx="0"/>
          <a:fillRef idx="0"/>
          <a:effectRef idx="0"/>
          <a:fontRef idx="minor"/>
        </p:style>
        <p:txBody>
          <a:bodyPr lIns="0" rIns="0" tIns="0" bIns="0" anchor="t">
            <a:noAutofit/>
          </a:bodyPr>
          <a:p>
            <a:pPr>
              <a:lnSpc>
                <a:spcPts val="1451"/>
              </a:lnSpc>
              <a:buNone/>
              <a:tabLst>
                <a:tab algn="l" pos="0"/>
              </a:tabLst>
            </a:pPr>
            <a:r>
              <a:rPr b="0" lang="en-US" sz="1050" spc="-1" strike="noStrike">
                <a:solidFill>
                  <a:srgbClr val="4c4c4d"/>
                </a:solidFill>
                <a:latin typeface="Heebo"/>
                <a:ea typeface="Heebo"/>
              </a:rPr>
              <a:t>Turborepo · Yarn 4.11.0 · Nodemailer (SMTP) · Ubuntu Linux 22.04 LTS</a:t>
            </a:r>
            <a:endParaRPr b="0" lang="en-IN" sz="1050" spc="-1" strike="noStrike">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9" name="Text 0"/>
          <p:cNvSpPr/>
          <p:nvPr/>
        </p:nvSpPr>
        <p:spPr>
          <a:xfrm>
            <a:off x="1201320" y="512640"/>
            <a:ext cx="6341760" cy="484200"/>
          </a:xfrm>
          <a:prstGeom prst="rect">
            <a:avLst/>
          </a:prstGeom>
          <a:noFill/>
          <a:ln w="0">
            <a:noFill/>
          </a:ln>
        </p:spPr>
        <p:style>
          <a:lnRef idx="0"/>
          <a:fillRef idx="0"/>
          <a:effectRef idx="0"/>
          <a:fontRef idx="minor"/>
        </p:style>
        <p:txBody>
          <a:bodyPr wrap="none" lIns="0" rIns="0" tIns="0" bIns="0" anchor="t">
            <a:noAutofit/>
          </a:bodyPr>
          <a:p>
            <a:pPr>
              <a:lnSpc>
                <a:spcPts val="3801"/>
              </a:lnSpc>
              <a:buNone/>
              <a:tabLst>
                <a:tab algn="l" pos="0"/>
              </a:tabLst>
            </a:pPr>
            <a:r>
              <a:rPr b="0" lang="en-US" sz="3050" spc="-1" strike="noStrike">
                <a:solidFill>
                  <a:srgbClr val="152d47"/>
                </a:solidFill>
                <a:latin typeface="Crimson Pro Semi Bold"/>
                <a:ea typeface="Crimson Pro Semi Bold"/>
              </a:rPr>
              <a:t>Testing Results &amp; Comparative Analysis</a:t>
            </a:r>
            <a:endParaRPr b="0" lang="en-IN" sz="3050" spc="-1" strike="noStrike">
              <a:latin typeface="Arial"/>
            </a:endParaRPr>
          </a:p>
        </p:txBody>
      </p:sp>
      <p:sp>
        <p:nvSpPr>
          <p:cNvPr id="720" name="Text 1"/>
          <p:cNvSpPr/>
          <p:nvPr/>
        </p:nvSpPr>
        <p:spPr>
          <a:xfrm>
            <a:off x="1201320" y="1239480"/>
            <a:ext cx="1222704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All 15 modules were verified through manual and automated API testing. A total of 28 test cases were executed across 4 test suites — all passed.</a:t>
            </a:r>
            <a:endParaRPr b="0" lang="en-IN" sz="1200" spc="-1" strike="noStrike">
              <a:latin typeface="Arial"/>
            </a:endParaRPr>
          </a:p>
        </p:txBody>
      </p:sp>
      <p:sp>
        <p:nvSpPr>
          <p:cNvPr id="721" name="Shape 2"/>
          <p:cNvSpPr/>
          <p:nvPr/>
        </p:nvSpPr>
        <p:spPr>
          <a:xfrm>
            <a:off x="1201320" y="1596240"/>
            <a:ext cx="12227040" cy="1921680"/>
          </a:xfrm>
          <a:prstGeom prst="roundRect">
            <a:avLst>
              <a:gd name="adj" fmla="val 1210"/>
            </a:avLst>
          </a:prstGeom>
          <a:noFill/>
          <a:ln w="7620">
            <a:solidFill>
              <a:srgbClr val="000000">
                <a:alpha val="8000"/>
              </a:srgbClr>
            </a:solidFill>
            <a:round/>
          </a:ln>
        </p:spPr>
        <p:style>
          <a:lnRef idx="0"/>
          <a:fillRef idx="0"/>
          <a:effectRef idx="0"/>
          <a:fontRef idx="minor"/>
        </p:style>
      </p:sp>
      <p:sp>
        <p:nvSpPr>
          <p:cNvPr id="722" name="Shape 3"/>
          <p:cNvSpPr/>
          <p:nvPr/>
        </p:nvSpPr>
        <p:spPr>
          <a:xfrm>
            <a:off x="1209240" y="1604160"/>
            <a:ext cx="12211920" cy="380880"/>
          </a:xfrm>
          <a:prstGeom prst="rect">
            <a:avLst/>
          </a:prstGeom>
          <a:solidFill>
            <a:srgbClr val="ffffff">
              <a:alpha val="4000"/>
            </a:srgbClr>
          </a:solidFill>
          <a:ln w="0">
            <a:noFill/>
          </a:ln>
        </p:spPr>
        <p:style>
          <a:lnRef idx="0"/>
          <a:fillRef idx="0"/>
          <a:effectRef idx="0"/>
          <a:fontRef idx="minor"/>
        </p:style>
      </p:sp>
      <p:sp>
        <p:nvSpPr>
          <p:cNvPr id="723" name="Text 4"/>
          <p:cNvSpPr/>
          <p:nvPr/>
        </p:nvSpPr>
        <p:spPr>
          <a:xfrm>
            <a:off x="1364400" y="1684080"/>
            <a:ext cx="334944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Test Suite</a:t>
            </a:r>
            <a:endParaRPr b="0" lang="en-IN" sz="1200" spc="-1" strike="noStrike">
              <a:latin typeface="Arial"/>
            </a:endParaRPr>
          </a:p>
        </p:txBody>
      </p:sp>
      <p:sp>
        <p:nvSpPr>
          <p:cNvPr id="724" name="Text 5"/>
          <p:cNvSpPr/>
          <p:nvPr/>
        </p:nvSpPr>
        <p:spPr>
          <a:xfrm>
            <a:off x="5031720" y="1684080"/>
            <a:ext cx="273492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Test IDs</a:t>
            </a:r>
            <a:endParaRPr b="0" lang="en-IN" sz="1200" spc="-1" strike="noStrike">
              <a:latin typeface="Arial"/>
            </a:endParaRPr>
          </a:p>
        </p:txBody>
      </p:sp>
      <p:sp>
        <p:nvSpPr>
          <p:cNvPr id="725" name="Text 6"/>
          <p:cNvSpPr/>
          <p:nvPr/>
        </p:nvSpPr>
        <p:spPr>
          <a:xfrm>
            <a:off x="8084880" y="1684080"/>
            <a:ext cx="151380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Total Cases</a:t>
            </a:r>
            <a:endParaRPr b="0" lang="en-IN" sz="1200" spc="-1" strike="noStrike">
              <a:latin typeface="Arial"/>
            </a:endParaRPr>
          </a:p>
        </p:txBody>
      </p:sp>
      <p:sp>
        <p:nvSpPr>
          <p:cNvPr id="726" name="Text 7"/>
          <p:cNvSpPr/>
          <p:nvPr/>
        </p:nvSpPr>
        <p:spPr>
          <a:xfrm>
            <a:off x="9916560" y="1684080"/>
            <a:ext cx="334944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Result</a:t>
            </a:r>
            <a:endParaRPr b="0" lang="en-IN" sz="1200" spc="-1" strike="noStrike">
              <a:latin typeface="Arial"/>
            </a:endParaRPr>
          </a:p>
        </p:txBody>
      </p:sp>
      <p:sp>
        <p:nvSpPr>
          <p:cNvPr id="727" name="Shape 8"/>
          <p:cNvSpPr/>
          <p:nvPr/>
        </p:nvSpPr>
        <p:spPr>
          <a:xfrm>
            <a:off x="1209240" y="1985400"/>
            <a:ext cx="12211920" cy="380880"/>
          </a:xfrm>
          <a:prstGeom prst="rect">
            <a:avLst/>
          </a:prstGeom>
          <a:solidFill>
            <a:srgbClr val="000000">
              <a:alpha val="4000"/>
            </a:srgbClr>
          </a:solidFill>
          <a:ln w="0">
            <a:noFill/>
          </a:ln>
        </p:spPr>
        <p:style>
          <a:lnRef idx="0"/>
          <a:fillRef idx="0"/>
          <a:effectRef idx="0"/>
          <a:fontRef idx="minor"/>
        </p:style>
      </p:sp>
      <p:sp>
        <p:nvSpPr>
          <p:cNvPr id="728" name="Text 9"/>
          <p:cNvSpPr/>
          <p:nvPr/>
        </p:nvSpPr>
        <p:spPr>
          <a:xfrm>
            <a:off x="1364400" y="2065680"/>
            <a:ext cx="334944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Authentication &amp; Authorization</a:t>
            </a:r>
            <a:endParaRPr b="0" lang="en-IN" sz="1200" spc="-1" strike="noStrike">
              <a:latin typeface="Arial"/>
            </a:endParaRPr>
          </a:p>
        </p:txBody>
      </p:sp>
      <p:sp>
        <p:nvSpPr>
          <p:cNvPr id="729" name="Text 10"/>
          <p:cNvSpPr/>
          <p:nvPr/>
        </p:nvSpPr>
        <p:spPr>
          <a:xfrm>
            <a:off x="5031720" y="2065680"/>
            <a:ext cx="273492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TC-A01 to TC-A07</a:t>
            </a:r>
            <a:endParaRPr b="0" lang="en-IN" sz="1200" spc="-1" strike="noStrike">
              <a:latin typeface="Arial"/>
            </a:endParaRPr>
          </a:p>
        </p:txBody>
      </p:sp>
      <p:sp>
        <p:nvSpPr>
          <p:cNvPr id="730" name="Text 11"/>
          <p:cNvSpPr/>
          <p:nvPr/>
        </p:nvSpPr>
        <p:spPr>
          <a:xfrm>
            <a:off x="8084880" y="2065680"/>
            <a:ext cx="151380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7</a:t>
            </a:r>
            <a:endParaRPr b="0" lang="en-IN" sz="1200" spc="-1" strike="noStrike">
              <a:latin typeface="Arial"/>
            </a:endParaRPr>
          </a:p>
        </p:txBody>
      </p:sp>
      <p:sp>
        <p:nvSpPr>
          <p:cNvPr id="731" name="Text 12"/>
          <p:cNvSpPr/>
          <p:nvPr/>
        </p:nvSpPr>
        <p:spPr>
          <a:xfrm>
            <a:off x="9916560" y="2065680"/>
            <a:ext cx="334944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All Passed ✓</a:t>
            </a:r>
            <a:endParaRPr b="0" lang="en-IN" sz="1200" spc="-1" strike="noStrike">
              <a:latin typeface="Arial"/>
            </a:endParaRPr>
          </a:p>
        </p:txBody>
      </p:sp>
      <p:sp>
        <p:nvSpPr>
          <p:cNvPr id="732" name="Shape 13"/>
          <p:cNvSpPr/>
          <p:nvPr/>
        </p:nvSpPr>
        <p:spPr>
          <a:xfrm>
            <a:off x="1209240" y="2366640"/>
            <a:ext cx="12211920" cy="380880"/>
          </a:xfrm>
          <a:prstGeom prst="rect">
            <a:avLst/>
          </a:prstGeom>
          <a:solidFill>
            <a:srgbClr val="ffffff">
              <a:alpha val="4000"/>
            </a:srgbClr>
          </a:solidFill>
          <a:ln w="0">
            <a:noFill/>
          </a:ln>
        </p:spPr>
        <p:style>
          <a:lnRef idx="0"/>
          <a:fillRef idx="0"/>
          <a:effectRef idx="0"/>
          <a:fontRef idx="minor"/>
        </p:style>
      </p:sp>
      <p:sp>
        <p:nvSpPr>
          <p:cNvPr id="733" name="Text 14"/>
          <p:cNvSpPr/>
          <p:nvPr/>
        </p:nvSpPr>
        <p:spPr>
          <a:xfrm>
            <a:off x="1364400" y="2446920"/>
            <a:ext cx="334944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Course Management</a:t>
            </a:r>
            <a:endParaRPr b="0" lang="en-IN" sz="1200" spc="-1" strike="noStrike">
              <a:latin typeface="Arial"/>
            </a:endParaRPr>
          </a:p>
        </p:txBody>
      </p:sp>
      <p:sp>
        <p:nvSpPr>
          <p:cNvPr id="734" name="Text 15"/>
          <p:cNvSpPr/>
          <p:nvPr/>
        </p:nvSpPr>
        <p:spPr>
          <a:xfrm>
            <a:off x="5031720" y="2446920"/>
            <a:ext cx="273492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TC-C01 to TC-C07</a:t>
            </a:r>
            <a:endParaRPr b="0" lang="en-IN" sz="1200" spc="-1" strike="noStrike">
              <a:latin typeface="Arial"/>
            </a:endParaRPr>
          </a:p>
        </p:txBody>
      </p:sp>
      <p:sp>
        <p:nvSpPr>
          <p:cNvPr id="735" name="Text 16"/>
          <p:cNvSpPr/>
          <p:nvPr/>
        </p:nvSpPr>
        <p:spPr>
          <a:xfrm>
            <a:off x="8084880" y="2446920"/>
            <a:ext cx="151380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7</a:t>
            </a:r>
            <a:endParaRPr b="0" lang="en-IN" sz="1200" spc="-1" strike="noStrike">
              <a:latin typeface="Arial"/>
            </a:endParaRPr>
          </a:p>
        </p:txBody>
      </p:sp>
      <p:sp>
        <p:nvSpPr>
          <p:cNvPr id="736" name="Text 17"/>
          <p:cNvSpPr/>
          <p:nvPr/>
        </p:nvSpPr>
        <p:spPr>
          <a:xfrm>
            <a:off x="9916560" y="2446920"/>
            <a:ext cx="334944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All Passed ✓</a:t>
            </a:r>
            <a:endParaRPr b="0" lang="en-IN" sz="1200" spc="-1" strike="noStrike">
              <a:latin typeface="Arial"/>
            </a:endParaRPr>
          </a:p>
        </p:txBody>
      </p:sp>
      <p:sp>
        <p:nvSpPr>
          <p:cNvPr id="737" name="Shape 18"/>
          <p:cNvSpPr/>
          <p:nvPr/>
        </p:nvSpPr>
        <p:spPr>
          <a:xfrm>
            <a:off x="1209240" y="2748240"/>
            <a:ext cx="12211920" cy="380880"/>
          </a:xfrm>
          <a:prstGeom prst="rect">
            <a:avLst/>
          </a:prstGeom>
          <a:solidFill>
            <a:srgbClr val="000000">
              <a:alpha val="4000"/>
            </a:srgbClr>
          </a:solidFill>
          <a:ln w="0">
            <a:noFill/>
          </a:ln>
        </p:spPr>
        <p:style>
          <a:lnRef idx="0"/>
          <a:fillRef idx="0"/>
          <a:effectRef idx="0"/>
          <a:fontRef idx="minor"/>
        </p:style>
      </p:sp>
      <p:sp>
        <p:nvSpPr>
          <p:cNvPr id="738" name="Text 19"/>
          <p:cNvSpPr/>
          <p:nvPr/>
        </p:nvSpPr>
        <p:spPr>
          <a:xfrm>
            <a:off x="1364400" y="2828160"/>
            <a:ext cx="334944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Quiz Actions</a:t>
            </a:r>
            <a:endParaRPr b="0" lang="en-IN" sz="1200" spc="-1" strike="noStrike">
              <a:latin typeface="Arial"/>
            </a:endParaRPr>
          </a:p>
        </p:txBody>
      </p:sp>
      <p:sp>
        <p:nvSpPr>
          <p:cNvPr id="739" name="Text 20"/>
          <p:cNvSpPr/>
          <p:nvPr/>
        </p:nvSpPr>
        <p:spPr>
          <a:xfrm>
            <a:off x="5031720" y="2828160"/>
            <a:ext cx="273492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TC-Q01 to TC-Q07</a:t>
            </a:r>
            <a:endParaRPr b="0" lang="en-IN" sz="1200" spc="-1" strike="noStrike">
              <a:latin typeface="Arial"/>
            </a:endParaRPr>
          </a:p>
        </p:txBody>
      </p:sp>
      <p:sp>
        <p:nvSpPr>
          <p:cNvPr id="740" name="Text 21"/>
          <p:cNvSpPr/>
          <p:nvPr/>
        </p:nvSpPr>
        <p:spPr>
          <a:xfrm>
            <a:off x="8084880" y="2828160"/>
            <a:ext cx="151380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7</a:t>
            </a:r>
            <a:endParaRPr b="0" lang="en-IN" sz="1200" spc="-1" strike="noStrike">
              <a:latin typeface="Arial"/>
            </a:endParaRPr>
          </a:p>
        </p:txBody>
      </p:sp>
      <p:sp>
        <p:nvSpPr>
          <p:cNvPr id="741" name="Text 22"/>
          <p:cNvSpPr/>
          <p:nvPr/>
        </p:nvSpPr>
        <p:spPr>
          <a:xfrm>
            <a:off x="9916560" y="2828160"/>
            <a:ext cx="334944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All Passed ✓</a:t>
            </a:r>
            <a:endParaRPr b="0" lang="en-IN" sz="1200" spc="-1" strike="noStrike">
              <a:latin typeface="Arial"/>
            </a:endParaRPr>
          </a:p>
        </p:txBody>
      </p:sp>
      <p:sp>
        <p:nvSpPr>
          <p:cNvPr id="742" name="Shape 23"/>
          <p:cNvSpPr/>
          <p:nvPr/>
        </p:nvSpPr>
        <p:spPr>
          <a:xfrm>
            <a:off x="1209240" y="3129480"/>
            <a:ext cx="12211920" cy="380880"/>
          </a:xfrm>
          <a:prstGeom prst="rect">
            <a:avLst/>
          </a:prstGeom>
          <a:solidFill>
            <a:srgbClr val="ffffff">
              <a:alpha val="4000"/>
            </a:srgbClr>
          </a:solidFill>
          <a:ln w="0">
            <a:noFill/>
          </a:ln>
        </p:spPr>
        <p:style>
          <a:lnRef idx="0"/>
          <a:fillRef idx="0"/>
          <a:effectRef idx="0"/>
          <a:fontRef idx="minor"/>
        </p:style>
      </p:sp>
      <p:sp>
        <p:nvSpPr>
          <p:cNvPr id="743" name="Text 24"/>
          <p:cNvSpPr/>
          <p:nvPr/>
        </p:nvSpPr>
        <p:spPr>
          <a:xfrm>
            <a:off x="1364400" y="3209760"/>
            <a:ext cx="334944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AI Features</a:t>
            </a:r>
            <a:endParaRPr b="0" lang="en-IN" sz="1200" spc="-1" strike="noStrike">
              <a:latin typeface="Arial"/>
            </a:endParaRPr>
          </a:p>
        </p:txBody>
      </p:sp>
      <p:sp>
        <p:nvSpPr>
          <p:cNvPr id="744" name="Text 25"/>
          <p:cNvSpPr/>
          <p:nvPr/>
        </p:nvSpPr>
        <p:spPr>
          <a:xfrm>
            <a:off x="5031720" y="3209760"/>
            <a:ext cx="273492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TC-AI01 to TC-AI07</a:t>
            </a:r>
            <a:endParaRPr b="0" lang="en-IN" sz="1200" spc="-1" strike="noStrike">
              <a:latin typeface="Arial"/>
            </a:endParaRPr>
          </a:p>
        </p:txBody>
      </p:sp>
      <p:sp>
        <p:nvSpPr>
          <p:cNvPr id="745" name="Text 26"/>
          <p:cNvSpPr/>
          <p:nvPr/>
        </p:nvSpPr>
        <p:spPr>
          <a:xfrm>
            <a:off x="8084880" y="3209760"/>
            <a:ext cx="151380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7</a:t>
            </a:r>
            <a:endParaRPr b="0" lang="en-IN" sz="1200" spc="-1" strike="noStrike">
              <a:latin typeface="Arial"/>
            </a:endParaRPr>
          </a:p>
        </p:txBody>
      </p:sp>
      <p:sp>
        <p:nvSpPr>
          <p:cNvPr id="746" name="Text 27"/>
          <p:cNvSpPr/>
          <p:nvPr/>
        </p:nvSpPr>
        <p:spPr>
          <a:xfrm>
            <a:off x="9916560" y="3209760"/>
            <a:ext cx="334944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All Passed ✓</a:t>
            </a:r>
            <a:endParaRPr b="0" lang="en-IN" sz="1200" spc="-1" strike="noStrike">
              <a:latin typeface="Arial"/>
            </a:endParaRPr>
          </a:p>
        </p:txBody>
      </p:sp>
      <p:sp>
        <p:nvSpPr>
          <p:cNvPr id="747" name="Text 28"/>
          <p:cNvSpPr/>
          <p:nvPr/>
        </p:nvSpPr>
        <p:spPr>
          <a:xfrm>
            <a:off x="1201320" y="3700080"/>
            <a:ext cx="5490360" cy="387360"/>
          </a:xfrm>
          <a:prstGeom prst="rect">
            <a:avLst/>
          </a:prstGeom>
          <a:noFill/>
          <a:ln w="0">
            <a:noFill/>
          </a:ln>
        </p:spPr>
        <p:style>
          <a:lnRef idx="0"/>
          <a:fillRef idx="0"/>
          <a:effectRef idx="0"/>
          <a:fontRef idx="minor"/>
        </p:style>
        <p:txBody>
          <a:bodyPr wrap="none" lIns="0" rIns="0" tIns="0" bIns="0" anchor="t">
            <a:noAutofit/>
          </a:bodyPr>
          <a:p>
            <a:pPr>
              <a:lnSpc>
                <a:spcPts val="3050"/>
              </a:lnSpc>
              <a:buNone/>
              <a:tabLst>
                <a:tab algn="l" pos="0"/>
              </a:tabLst>
            </a:pPr>
            <a:r>
              <a:rPr b="0" lang="en-US" sz="2400" spc="-1" strike="noStrike">
                <a:solidFill>
                  <a:srgbClr val="152d47"/>
                </a:solidFill>
                <a:latin typeface="Crimson Pro Semi Bold"/>
                <a:ea typeface="Crimson Pro Semi Bold"/>
              </a:rPr>
              <a:t>Feature Comparison with Existing Systems</a:t>
            </a:r>
            <a:endParaRPr b="0" lang="en-IN" sz="2400" spc="-1" strike="noStrike">
              <a:latin typeface="Arial"/>
            </a:endParaRPr>
          </a:p>
        </p:txBody>
      </p:sp>
      <p:sp>
        <p:nvSpPr>
          <p:cNvPr id="748" name="Shape 29"/>
          <p:cNvSpPr/>
          <p:nvPr/>
        </p:nvSpPr>
        <p:spPr>
          <a:xfrm>
            <a:off x="1201320" y="4269600"/>
            <a:ext cx="12227040" cy="3447000"/>
          </a:xfrm>
          <a:prstGeom prst="roundRect">
            <a:avLst>
              <a:gd name="adj" fmla="val 675"/>
            </a:avLst>
          </a:prstGeom>
          <a:noFill/>
          <a:ln w="7620">
            <a:solidFill>
              <a:srgbClr val="000000">
                <a:alpha val="8000"/>
              </a:srgbClr>
            </a:solidFill>
            <a:round/>
          </a:ln>
        </p:spPr>
        <p:style>
          <a:lnRef idx="0"/>
          <a:fillRef idx="0"/>
          <a:effectRef idx="0"/>
          <a:fontRef idx="minor"/>
        </p:style>
      </p:sp>
      <p:sp>
        <p:nvSpPr>
          <p:cNvPr id="749" name="Shape 30"/>
          <p:cNvSpPr/>
          <p:nvPr/>
        </p:nvSpPr>
        <p:spPr>
          <a:xfrm>
            <a:off x="1209240" y="4277160"/>
            <a:ext cx="12211920" cy="380880"/>
          </a:xfrm>
          <a:prstGeom prst="rect">
            <a:avLst/>
          </a:prstGeom>
          <a:solidFill>
            <a:srgbClr val="ffffff">
              <a:alpha val="4000"/>
            </a:srgbClr>
          </a:solidFill>
          <a:ln w="0">
            <a:noFill/>
          </a:ln>
        </p:spPr>
        <p:style>
          <a:lnRef idx="0"/>
          <a:fillRef idx="0"/>
          <a:effectRef idx="0"/>
          <a:fontRef idx="minor"/>
        </p:style>
      </p:sp>
      <p:sp>
        <p:nvSpPr>
          <p:cNvPr id="750" name="Text 31"/>
          <p:cNvSpPr/>
          <p:nvPr/>
        </p:nvSpPr>
        <p:spPr>
          <a:xfrm>
            <a:off x="1364400" y="4357440"/>
            <a:ext cx="310500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Feature</a:t>
            </a:r>
            <a:endParaRPr b="0" lang="en-IN" sz="1200" spc="-1" strike="noStrike">
              <a:latin typeface="Arial"/>
            </a:endParaRPr>
          </a:p>
        </p:txBody>
      </p:sp>
      <p:sp>
        <p:nvSpPr>
          <p:cNvPr id="751" name="Text 32"/>
          <p:cNvSpPr/>
          <p:nvPr/>
        </p:nvSpPr>
        <p:spPr>
          <a:xfrm>
            <a:off x="4787640" y="4357440"/>
            <a:ext cx="188028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Moodle</a:t>
            </a:r>
            <a:endParaRPr b="0" lang="en-IN" sz="1200" spc="-1" strike="noStrike">
              <a:latin typeface="Arial"/>
            </a:endParaRPr>
          </a:p>
        </p:txBody>
      </p:sp>
      <p:sp>
        <p:nvSpPr>
          <p:cNvPr id="752" name="Text 33"/>
          <p:cNvSpPr/>
          <p:nvPr/>
        </p:nvSpPr>
        <p:spPr>
          <a:xfrm>
            <a:off x="6985800" y="4357440"/>
            <a:ext cx="188028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Google Classroom</a:t>
            </a:r>
            <a:endParaRPr b="0" lang="en-IN" sz="1200" spc="-1" strike="noStrike">
              <a:latin typeface="Arial"/>
            </a:endParaRPr>
          </a:p>
        </p:txBody>
      </p:sp>
      <p:sp>
        <p:nvSpPr>
          <p:cNvPr id="753" name="Text 34"/>
          <p:cNvSpPr/>
          <p:nvPr/>
        </p:nvSpPr>
        <p:spPr>
          <a:xfrm>
            <a:off x="9183600" y="4357440"/>
            <a:ext cx="188028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Coursera</a:t>
            </a:r>
            <a:endParaRPr b="0" lang="en-IN" sz="1200" spc="-1" strike="noStrike">
              <a:latin typeface="Arial"/>
            </a:endParaRPr>
          </a:p>
        </p:txBody>
      </p:sp>
      <p:sp>
        <p:nvSpPr>
          <p:cNvPr id="754" name="Text 35"/>
          <p:cNvSpPr/>
          <p:nvPr/>
        </p:nvSpPr>
        <p:spPr>
          <a:xfrm>
            <a:off x="11381760" y="4357440"/>
            <a:ext cx="188388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ThinkBloom</a:t>
            </a:r>
            <a:endParaRPr b="0" lang="en-IN" sz="1200" spc="-1" strike="noStrike">
              <a:latin typeface="Arial"/>
            </a:endParaRPr>
          </a:p>
        </p:txBody>
      </p:sp>
      <p:sp>
        <p:nvSpPr>
          <p:cNvPr id="755" name="Shape 36"/>
          <p:cNvSpPr/>
          <p:nvPr/>
        </p:nvSpPr>
        <p:spPr>
          <a:xfrm>
            <a:off x="1209240" y="4658400"/>
            <a:ext cx="12211920" cy="380880"/>
          </a:xfrm>
          <a:prstGeom prst="rect">
            <a:avLst/>
          </a:prstGeom>
          <a:solidFill>
            <a:srgbClr val="000000">
              <a:alpha val="4000"/>
            </a:srgbClr>
          </a:solidFill>
          <a:ln w="0">
            <a:noFill/>
          </a:ln>
        </p:spPr>
        <p:style>
          <a:lnRef idx="0"/>
          <a:fillRef idx="0"/>
          <a:effectRef idx="0"/>
          <a:fontRef idx="minor"/>
        </p:style>
      </p:sp>
      <p:sp>
        <p:nvSpPr>
          <p:cNvPr id="756" name="Text 37"/>
          <p:cNvSpPr/>
          <p:nvPr/>
        </p:nvSpPr>
        <p:spPr>
          <a:xfrm>
            <a:off x="1364400" y="4738680"/>
            <a:ext cx="310500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AI Quiz Generation</a:t>
            </a:r>
            <a:endParaRPr b="0" lang="en-IN" sz="1200" spc="-1" strike="noStrike">
              <a:latin typeface="Arial"/>
            </a:endParaRPr>
          </a:p>
        </p:txBody>
      </p:sp>
      <p:sp>
        <p:nvSpPr>
          <p:cNvPr id="757" name="Text 38"/>
          <p:cNvSpPr/>
          <p:nvPr/>
        </p:nvSpPr>
        <p:spPr>
          <a:xfrm>
            <a:off x="4787640" y="4738680"/>
            <a:ext cx="188028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Via plugin</a:t>
            </a:r>
            <a:endParaRPr b="0" lang="en-IN" sz="1200" spc="-1" strike="noStrike">
              <a:latin typeface="Arial"/>
            </a:endParaRPr>
          </a:p>
        </p:txBody>
      </p:sp>
      <p:sp>
        <p:nvSpPr>
          <p:cNvPr id="758" name="Text 39"/>
          <p:cNvSpPr/>
          <p:nvPr/>
        </p:nvSpPr>
        <p:spPr>
          <a:xfrm>
            <a:off x="6985800" y="4738680"/>
            <a:ext cx="188028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No</a:t>
            </a:r>
            <a:endParaRPr b="0" lang="en-IN" sz="1200" spc="-1" strike="noStrike">
              <a:latin typeface="Arial"/>
            </a:endParaRPr>
          </a:p>
        </p:txBody>
      </p:sp>
      <p:sp>
        <p:nvSpPr>
          <p:cNvPr id="759" name="Text 40"/>
          <p:cNvSpPr/>
          <p:nvPr/>
        </p:nvSpPr>
        <p:spPr>
          <a:xfrm>
            <a:off x="9183600" y="4738680"/>
            <a:ext cx="188028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Limited</a:t>
            </a:r>
            <a:endParaRPr b="0" lang="en-IN" sz="1200" spc="-1" strike="noStrike">
              <a:latin typeface="Arial"/>
            </a:endParaRPr>
          </a:p>
        </p:txBody>
      </p:sp>
      <p:sp>
        <p:nvSpPr>
          <p:cNvPr id="760" name="Text 41"/>
          <p:cNvSpPr/>
          <p:nvPr/>
        </p:nvSpPr>
        <p:spPr>
          <a:xfrm>
            <a:off x="11381760" y="4738680"/>
            <a:ext cx="188388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Yes ✓</a:t>
            </a:r>
            <a:endParaRPr b="0" lang="en-IN" sz="1200" spc="-1" strike="noStrike">
              <a:latin typeface="Arial"/>
            </a:endParaRPr>
          </a:p>
        </p:txBody>
      </p:sp>
      <p:sp>
        <p:nvSpPr>
          <p:cNvPr id="761" name="Shape 42"/>
          <p:cNvSpPr/>
          <p:nvPr/>
        </p:nvSpPr>
        <p:spPr>
          <a:xfrm>
            <a:off x="1209240" y="5039640"/>
            <a:ext cx="12211920" cy="380880"/>
          </a:xfrm>
          <a:prstGeom prst="rect">
            <a:avLst/>
          </a:prstGeom>
          <a:solidFill>
            <a:srgbClr val="ffffff">
              <a:alpha val="4000"/>
            </a:srgbClr>
          </a:solidFill>
          <a:ln w="0">
            <a:noFill/>
          </a:ln>
        </p:spPr>
        <p:style>
          <a:lnRef idx="0"/>
          <a:fillRef idx="0"/>
          <a:effectRef idx="0"/>
          <a:fontRef idx="minor"/>
        </p:style>
      </p:sp>
      <p:sp>
        <p:nvSpPr>
          <p:cNvPr id="762" name="Text 43"/>
          <p:cNvSpPr/>
          <p:nvPr/>
        </p:nvSpPr>
        <p:spPr>
          <a:xfrm>
            <a:off x="1364400" y="5119920"/>
            <a:ext cx="310500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AI Short-Answer Grading</a:t>
            </a:r>
            <a:endParaRPr b="0" lang="en-IN" sz="1200" spc="-1" strike="noStrike">
              <a:latin typeface="Arial"/>
            </a:endParaRPr>
          </a:p>
        </p:txBody>
      </p:sp>
      <p:sp>
        <p:nvSpPr>
          <p:cNvPr id="763" name="Text 44"/>
          <p:cNvSpPr/>
          <p:nvPr/>
        </p:nvSpPr>
        <p:spPr>
          <a:xfrm>
            <a:off x="4787640" y="5119920"/>
            <a:ext cx="188028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No</a:t>
            </a:r>
            <a:endParaRPr b="0" lang="en-IN" sz="1200" spc="-1" strike="noStrike">
              <a:latin typeface="Arial"/>
            </a:endParaRPr>
          </a:p>
        </p:txBody>
      </p:sp>
      <p:sp>
        <p:nvSpPr>
          <p:cNvPr id="764" name="Text 45"/>
          <p:cNvSpPr/>
          <p:nvPr/>
        </p:nvSpPr>
        <p:spPr>
          <a:xfrm>
            <a:off x="6985800" y="5119920"/>
            <a:ext cx="188028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No</a:t>
            </a:r>
            <a:endParaRPr b="0" lang="en-IN" sz="1200" spc="-1" strike="noStrike">
              <a:latin typeface="Arial"/>
            </a:endParaRPr>
          </a:p>
        </p:txBody>
      </p:sp>
      <p:sp>
        <p:nvSpPr>
          <p:cNvPr id="765" name="Text 46"/>
          <p:cNvSpPr/>
          <p:nvPr/>
        </p:nvSpPr>
        <p:spPr>
          <a:xfrm>
            <a:off x="9183600" y="5119920"/>
            <a:ext cx="188028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Limited</a:t>
            </a:r>
            <a:endParaRPr b="0" lang="en-IN" sz="1200" spc="-1" strike="noStrike">
              <a:latin typeface="Arial"/>
            </a:endParaRPr>
          </a:p>
        </p:txBody>
      </p:sp>
      <p:sp>
        <p:nvSpPr>
          <p:cNvPr id="766" name="Text 47"/>
          <p:cNvSpPr/>
          <p:nvPr/>
        </p:nvSpPr>
        <p:spPr>
          <a:xfrm>
            <a:off x="11381760" y="5119920"/>
            <a:ext cx="188388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Yes ✓</a:t>
            </a:r>
            <a:endParaRPr b="0" lang="en-IN" sz="1200" spc="-1" strike="noStrike">
              <a:latin typeface="Arial"/>
            </a:endParaRPr>
          </a:p>
        </p:txBody>
      </p:sp>
      <p:sp>
        <p:nvSpPr>
          <p:cNvPr id="767" name="Shape 48"/>
          <p:cNvSpPr/>
          <p:nvPr/>
        </p:nvSpPr>
        <p:spPr>
          <a:xfrm>
            <a:off x="1209240" y="5421240"/>
            <a:ext cx="12211920" cy="380880"/>
          </a:xfrm>
          <a:prstGeom prst="rect">
            <a:avLst/>
          </a:prstGeom>
          <a:solidFill>
            <a:srgbClr val="000000">
              <a:alpha val="4000"/>
            </a:srgbClr>
          </a:solidFill>
          <a:ln w="0">
            <a:noFill/>
          </a:ln>
        </p:spPr>
        <p:style>
          <a:lnRef idx="0"/>
          <a:fillRef idx="0"/>
          <a:effectRef idx="0"/>
          <a:fontRef idx="minor"/>
        </p:style>
      </p:sp>
      <p:sp>
        <p:nvSpPr>
          <p:cNvPr id="768" name="Text 49"/>
          <p:cNvSpPr/>
          <p:nvPr/>
        </p:nvSpPr>
        <p:spPr>
          <a:xfrm>
            <a:off x="1364400" y="5501520"/>
            <a:ext cx="310500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AI Lesson Summarisation</a:t>
            </a:r>
            <a:endParaRPr b="0" lang="en-IN" sz="1200" spc="-1" strike="noStrike">
              <a:latin typeface="Arial"/>
            </a:endParaRPr>
          </a:p>
        </p:txBody>
      </p:sp>
      <p:sp>
        <p:nvSpPr>
          <p:cNvPr id="769" name="Text 50"/>
          <p:cNvSpPr/>
          <p:nvPr/>
        </p:nvSpPr>
        <p:spPr>
          <a:xfrm>
            <a:off x="4787640" y="5501520"/>
            <a:ext cx="188028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No</a:t>
            </a:r>
            <a:endParaRPr b="0" lang="en-IN" sz="1200" spc="-1" strike="noStrike">
              <a:latin typeface="Arial"/>
            </a:endParaRPr>
          </a:p>
        </p:txBody>
      </p:sp>
      <p:sp>
        <p:nvSpPr>
          <p:cNvPr id="770" name="Text 51"/>
          <p:cNvSpPr/>
          <p:nvPr/>
        </p:nvSpPr>
        <p:spPr>
          <a:xfrm>
            <a:off x="6985800" y="5501520"/>
            <a:ext cx="188028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No</a:t>
            </a:r>
            <a:endParaRPr b="0" lang="en-IN" sz="1200" spc="-1" strike="noStrike">
              <a:latin typeface="Arial"/>
            </a:endParaRPr>
          </a:p>
        </p:txBody>
      </p:sp>
      <p:sp>
        <p:nvSpPr>
          <p:cNvPr id="771" name="Text 52"/>
          <p:cNvSpPr/>
          <p:nvPr/>
        </p:nvSpPr>
        <p:spPr>
          <a:xfrm>
            <a:off x="9183600" y="5501520"/>
            <a:ext cx="188028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No</a:t>
            </a:r>
            <a:endParaRPr b="0" lang="en-IN" sz="1200" spc="-1" strike="noStrike">
              <a:latin typeface="Arial"/>
            </a:endParaRPr>
          </a:p>
        </p:txBody>
      </p:sp>
      <p:sp>
        <p:nvSpPr>
          <p:cNvPr id="772" name="Text 53"/>
          <p:cNvSpPr/>
          <p:nvPr/>
        </p:nvSpPr>
        <p:spPr>
          <a:xfrm>
            <a:off x="11381760" y="5501520"/>
            <a:ext cx="188388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Yes ✓</a:t>
            </a:r>
            <a:endParaRPr b="0" lang="en-IN" sz="1200" spc="-1" strike="noStrike">
              <a:latin typeface="Arial"/>
            </a:endParaRPr>
          </a:p>
        </p:txBody>
      </p:sp>
      <p:sp>
        <p:nvSpPr>
          <p:cNvPr id="773" name="Shape 54"/>
          <p:cNvSpPr/>
          <p:nvPr/>
        </p:nvSpPr>
        <p:spPr>
          <a:xfrm>
            <a:off x="1209240" y="5802480"/>
            <a:ext cx="12211920" cy="380880"/>
          </a:xfrm>
          <a:prstGeom prst="rect">
            <a:avLst/>
          </a:prstGeom>
          <a:solidFill>
            <a:srgbClr val="ffffff">
              <a:alpha val="4000"/>
            </a:srgbClr>
          </a:solidFill>
          <a:ln w="0">
            <a:noFill/>
          </a:ln>
        </p:spPr>
        <p:style>
          <a:lnRef idx="0"/>
          <a:fillRef idx="0"/>
          <a:effectRef idx="0"/>
          <a:fontRef idx="minor"/>
        </p:style>
      </p:sp>
      <p:sp>
        <p:nvSpPr>
          <p:cNvPr id="774" name="Text 55"/>
          <p:cNvSpPr/>
          <p:nvPr/>
        </p:nvSpPr>
        <p:spPr>
          <a:xfrm>
            <a:off x="1364400" y="5882760"/>
            <a:ext cx="310500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AI Full Course Generation</a:t>
            </a:r>
            <a:endParaRPr b="0" lang="en-IN" sz="1200" spc="-1" strike="noStrike">
              <a:latin typeface="Arial"/>
            </a:endParaRPr>
          </a:p>
        </p:txBody>
      </p:sp>
      <p:sp>
        <p:nvSpPr>
          <p:cNvPr id="775" name="Text 56"/>
          <p:cNvSpPr/>
          <p:nvPr/>
        </p:nvSpPr>
        <p:spPr>
          <a:xfrm>
            <a:off x="4787640" y="5882760"/>
            <a:ext cx="188028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No</a:t>
            </a:r>
            <a:endParaRPr b="0" lang="en-IN" sz="1200" spc="-1" strike="noStrike">
              <a:latin typeface="Arial"/>
            </a:endParaRPr>
          </a:p>
        </p:txBody>
      </p:sp>
      <p:sp>
        <p:nvSpPr>
          <p:cNvPr id="776" name="Text 57"/>
          <p:cNvSpPr/>
          <p:nvPr/>
        </p:nvSpPr>
        <p:spPr>
          <a:xfrm>
            <a:off x="6985800" y="5882760"/>
            <a:ext cx="188028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No</a:t>
            </a:r>
            <a:endParaRPr b="0" lang="en-IN" sz="1200" spc="-1" strike="noStrike">
              <a:latin typeface="Arial"/>
            </a:endParaRPr>
          </a:p>
        </p:txBody>
      </p:sp>
      <p:sp>
        <p:nvSpPr>
          <p:cNvPr id="777" name="Text 58"/>
          <p:cNvSpPr/>
          <p:nvPr/>
        </p:nvSpPr>
        <p:spPr>
          <a:xfrm>
            <a:off x="9183600" y="5882760"/>
            <a:ext cx="188028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No</a:t>
            </a:r>
            <a:endParaRPr b="0" lang="en-IN" sz="1200" spc="-1" strike="noStrike">
              <a:latin typeface="Arial"/>
            </a:endParaRPr>
          </a:p>
        </p:txBody>
      </p:sp>
      <p:sp>
        <p:nvSpPr>
          <p:cNvPr id="778" name="Text 59"/>
          <p:cNvSpPr/>
          <p:nvPr/>
        </p:nvSpPr>
        <p:spPr>
          <a:xfrm>
            <a:off x="11381760" y="5882760"/>
            <a:ext cx="188388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Yes ✓</a:t>
            </a:r>
            <a:endParaRPr b="0" lang="en-IN" sz="1200" spc="-1" strike="noStrike">
              <a:latin typeface="Arial"/>
            </a:endParaRPr>
          </a:p>
        </p:txBody>
      </p:sp>
      <p:sp>
        <p:nvSpPr>
          <p:cNvPr id="779" name="Shape 60"/>
          <p:cNvSpPr/>
          <p:nvPr/>
        </p:nvSpPr>
        <p:spPr>
          <a:xfrm>
            <a:off x="1209240" y="6183720"/>
            <a:ext cx="12211920" cy="380880"/>
          </a:xfrm>
          <a:prstGeom prst="rect">
            <a:avLst/>
          </a:prstGeom>
          <a:solidFill>
            <a:srgbClr val="000000">
              <a:alpha val="4000"/>
            </a:srgbClr>
          </a:solidFill>
          <a:ln w="0">
            <a:noFill/>
          </a:ln>
        </p:spPr>
        <p:style>
          <a:lnRef idx="0"/>
          <a:fillRef idx="0"/>
          <a:effectRef idx="0"/>
          <a:fontRef idx="minor"/>
        </p:style>
      </p:sp>
      <p:sp>
        <p:nvSpPr>
          <p:cNvPr id="780" name="Text 61"/>
          <p:cNvSpPr/>
          <p:nvPr/>
        </p:nvSpPr>
        <p:spPr>
          <a:xfrm>
            <a:off x="1364400" y="6264000"/>
            <a:ext cx="310500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Course-Aware Chatbot</a:t>
            </a:r>
            <a:endParaRPr b="0" lang="en-IN" sz="1200" spc="-1" strike="noStrike">
              <a:latin typeface="Arial"/>
            </a:endParaRPr>
          </a:p>
        </p:txBody>
      </p:sp>
      <p:sp>
        <p:nvSpPr>
          <p:cNvPr id="781" name="Text 62"/>
          <p:cNvSpPr/>
          <p:nvPr/>
        </p:nvSpPr>
        <p:spPr>
          <a:xfrm>
            <a:off x="4787640" y="6264000"/>
            <a:ext cx="188028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No</a:t>
            </a:r>
            <a:endParaRPr b="0" lang="en-IN" sz="1200" spc="-1" strike="noStrike">
              <a:latin typeface="Arial"/>
            </a:endParaRPr>
          </a:p>
        </p:txBody>
      </p:sp>
      <p:sp>
        <p:nvSpPr>
          <p:cNvPr id="782" name="Text 63"/>
          <p:cNvSpPr/>
          <p:nvPr/>
        </p:nvSpPr>
        <p:spPr>
          <a:xfrm>
            <a:off x="6985800" y="6264000"/>
            <a:ext cx="188028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No</a:t>
            </a:r>
            <a:endParaRPr b="0" lang="en-IN" sz="1200" spc="-1" strike="noStrike">
              <a:latin typeface="Arial"/>
            </a:endParaRPr>
          </a:p>
        </p:txBody>
      </p:sp>
      <p:sp>
        <p:nvSpPr>
          <p:cNvPr id="783" name="Text 64"/>
          <p:cNvSpPr/>
          <p:nvPr/>
        </p:nvSpPr>
        <p:spPr>
          <a:xfrm>
            <a:off x="9183600" y="6264000"/>
            <a:ext cx="188028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Limited</a:t>
            </a:r>
            <a:endParaRPr b="0" lang="en-IN" sz="1200" spc="-1" strike="noStrike">
              <a:latin typeface="Arial"/>
            </a:endParaRPr>
          </a:p>
        </p:txBody>
      </p:sp>
      <p:sp>
        <p:nvSpPr>
          <p:cNvPr id="784" name="Text 65"/>
          <p:cNvSpPr/>
          <p:nvPr/>
        </p:nvSpPr>
        <p:spPr>
          <a:xfrm>
            <a:off x="11381760" y="6264000"/>
            <a:ext cx="188388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Yes ✓</a:t>
            </a:r>
            <a:endParaRPr b="0" lang="en-IN" sz="1200" spc="-1" strike="noStrike">
              <a:latin typeface="Arial"/>
            </a:endParaRPr>
          </a:p>
        </p:txBody>
      </p:sp>
      <p:sp>
        <p:nvSpPr>
          <p:cNvPr id="785" name="Shape 66"/>
          <p:cNvSpPr/>
          <p:nvPr/>
        </p:nvSpPr>
        <p:spPr>
          <a:xfrm>
            <a:off x="1209240" y="6565320"/>
            <a:ext cx="12211920" cy="380880"/>
          </a:xfrm>
          <a:prstGeom prst="rect">
            <a:avLst/>
          </a:prstGeom>
          <a:solidFill>
            <a:srgbClr val="ffffff">
              <a:alpha val="4000"/>
            </a:srgbClr>
          </a:solidFill>
          <a:ln w="0">
            <a:noFill/>
          </a:ln>
        </p:spPr>
        <p:style>
          <a:lnRef idx="0"/>
          <a:fillRef idx="0"/>
          <a:effectRef idx="0"/>
          <a:fontRef idx="minor"/>
        </p:style>
      </p:sp>
      <p:sp>
        <p:nvSpPr>
          <p:cNvPr id="786" name="Text 67"/>
          <p:cNvSpPr/>
          <p:nvPr/>
        </p:nvSpPr>
        <p:spPr>
          <a:xfrm>
            <a:off x="1364400" y="6645600"/>
            <a:ext cx="310500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Per-Topic Strength/Weakness</a:t>
            </a:r>
            <a:endParaRPr b="0" lang="en-IN" sz="1200" spc="-1" strike="noStrike">
              <a:latin typeface="Arial"/>
            </a:endParaRPr>
          </a:p>
        </p:txBody>
      </p:sp>
      <p:sp>
        <p:nvSpPr>
          <p:cNvPr id="787" name="Text 68"/>
          <p:cNvSpPr/>
          <p:nvPr/>
        </p:nvSpPr>
        <p:spPr>
          <a:xfrm>
            <a:off x="4787640" y="6645600"/>
            <a:ext cx="188028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Partial</a:t>
            </a:r>
            <a:endParaRPr b="0" lang="en-IN" sz="1200" spc="-1" strike="noStrike">
              <a:latin typeface="Arial"/>
            </a:endParaRPr>
          </a:p>
        </p:txBody>
      </p:sp>
      <p:sp>
        <p:nvSpPr>
          <p:cNvPr id="788" name="Text 69"/>
          <p:cNvSpPr/>
          <p:nvPr/>
        </p:nvSpPr>
        <p:spPr>
          <a:xfrm>
            <a:off x="6985800" y="6645600"/>
            <a:ext cx="188028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Basic</a:t>
            </a:r>
            <a:endParaRPr b="0" lang="en-IN" sz="1200" spc="-1" strike="noStrike">
              <a:latin typeface="Arial"/>
            </a:endParaRPr>
          </a:p>
        </p:txBody>
      </p:sp>
      <p:sp>
        <p:nvSpPr>
          <p:cNvPr id="789" name="Text 70"/>
          <p:cNvSpPr/>
          <p:nvPr/>
        </p:nvSpPr>
        <p:spPr>
          <a:xfrm>
            <a:off x="9183600" y="6645600"/>
            <a:ext cx="188028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Partial</a:t>
            </a:r>
            <a:endParaRPr b="0" lang="en-IN" sz="1200" spc="-1" strike="noStrike">
              <a:latin typeface="Arial"/>
            </a:endParaRPr>
          </a:p>
        </p:txBody>
      </p:sp>
      <p:sp>
        <p:nvSpPr>
          <p:cNvPr id="790" name="Text 71"/>
          <p:cNvSpPr/>
          <p:nvPr/>
        </p:nvSpPr>
        <p:spPr>
          <a:xfrm>
            <a:off x="11381760" y="6645600"/>
            <a:ext cx="188388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Yes ✓</a:t>
            </a:r>
            <a:endParaRPr b="0" lang="en-IN" sz="1200" spc="-1" strike="noStrike">
              <a:latin typeface="Arial"/>
            </a:endParaRPr>
          </a:p>
        </p:txBody>
      </p:sp>
      <p:sp>
        <p:nvSpPr>
          <p:cNvPr id="791" name="Shape 72"/>
          <p:cNvSpPr/>
          <p:nvPr/>
        </p:nvSpPr>
        <p:spPr>
          <a:xfrm>
            <a:off x="1209240" y="6946560"/>
            <a:ext cx="12211920" cy="380880"/>
          </a:xfrm>
          <a:prstGeom prst="rect">
            <a:avLst/>
          </a:prstGeom>
          <a:solidFill>
            <a:srgbClr val="000000">
              <a:alpha val="4000"/>
            </a:srgbClr>
          </a:solidFill>
          <a:ln w="0">
            <a:noFill/>
          </a:ln>
        </p:spPr>
        <p:style>
          <a:lnRef idx="0"/>
          <a:fillRef idx="0"/>
          <a:effectRef idx="0"/>
          <a:fontRef idx="minor"/>
        </p:style>
      </p:sp>
      <p:sp>
        <p:nvSpPr>
          <p:cNvPr id="792" name="Text 73"/>
          <p:cNvSpPr/>
          <p:nvPr/>
        </p:nvSpPr>
        <p:spPr>
          <a:xfrm>
            <a:off x="1364400" y="7026840"/>
            <a:ext cx="310500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Open-Source &amp; Self-Hostable</a:t>
            </a:r>
            <a:endParaRPr b="0" lang="en-IN" sz="1200" spc="-1" strike="noStrike">
              <a:latin typeface="Arial"/>
            </a:endParaRPr>
          </a:p>
        </p:txBody>
      </p:sp>
      <p:sp>
        <p:nvSpPr>
          <p:cNvPr id="793" name="Text 74"/>
          <p:cNvSpPr/>
          <p:nvPr/>
        </p:nvSpPr>
        <p:spPr>
          <a:xfrm>
            <a:off x="4787640" y="7026840"/>
            <a:ext cx="188028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Yes</a:t>
            </a:r>
            <a:endParaRPr b="0" lang="en-IN" sz="1200" spc="-1" strike="noStrike">
              <a:latin typeface="Arial"/>
            </a:endParaRPr>
          </a:p>
        </p:txBody>
      </p:sp>
      <p:sp>
        <p:nvSpPr>
          <p:cNvPr id="794" name="Text 75"/>
          <p:cNvSpPr/>
          <p:nvPr/>
        </p:nvSpPr>
        <p:spPr>
          <a:xfrm>
            <a:off x="6985800" y="7026840"/>
            <a:ext cx="188028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No</a:t>
            </a:r>
            <a:endParaRPr b="0" lang="en-IN" sz="1200" spc="-1" strike="noStrike">
              <a:latin typeface="Arial"/>
            </a:endParaRPr>
          </a:p>
        </p:txBody>
      </p:sp>
      <p:sp>
        <p:nvSpPr>
          <p:cNvPr id="795" name="Text 76"/>
          <p:cNvSpPr/>
          <p:nvPr/>
        </p:nvSpPr>
        <p:spPr>
          <a:xfrm>
            <a:off x="9183600" y="7026840"/>
            <a:ext cx="188028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No</a:t>
            </a:r>
            <a:endParaRPr b="0" lang="en-IN" sz="1200" spc="-1" strike="noStrike">
              <a:latin typeface="Arial"/>
            </a:endParaRPr>
          </a:p>
        </p:txBody>
      </p:sp>
      <p:sp>
        <p:nvSpPr>
          <p:cNvPr id="796" name="Text 77"/>
          <p:cNvSpPr/>
          <p:nvPr/>
        </p:nvSpPr>
        <p:spPr>
          <a:xfrm>
            <a:off x="11381760" y="7026840"/>
            <a:ext cx="188388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Yes ✓</a:t>
            </a:r>
            <a:endParaRPr b="0" lang="en-IN" sz="1200" spc="-1" strike="noStrike">
              <a:latin typeface="Arial"/>
            </a:endParaRPr>
          </a:p>
        </p:txBody>
      </p:sp>
      <p:sp>
        <p:nvSpPr>
          <p:cNvPr id="797" name="Shape 78"/>
          <p:cNvSpPr/>
          <p:nvPr/>
        </p:nvSpPr>
        <p:spPr>
          <a:xfrm>
            <a:off x="1209240" y="7327800"/>
            <a:ext cx="12211920" cy="380880"/>
          </a:xfrm>
          <a:prstGeom prst="rect">
            <a:avLst/>
          </a:prstGeom>
          <a:solidFill>
            <a:srgbClr val="ffffff">
              <a:alpha val="4000"/>
            </a:srgbClr>
          </a:solidFill>
          <a:ln w="0">
            <a:noFill/>
          </a:ln>
        </p:spPr>
        <p:style>
          <a:lnRef idx="0"/>
          <a:fillRef idx="0"/>
          <a:effectRef idx="0"/>
          <a:fontRef idx="minor"/>
        </p:style>
      </p:sp>
      <p:sp>
        <p:nvSpPr>
          <p:cNvPr id="798" name="Text 79"/>
          <p:cNvSpPr/>
          <p:nvPr/>
        </p:nvSpPr>
        <p:spPr>
          <a:xfrm>
            <a:off x="1364400" y="7408080"/>
            <a:ext cx="310500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Free (No Licensing Cost)</a:t>
            </a:r>
            <a:endParaRPr b="0" lang="en-IN" sz="1200" spc="-1" strike="noStrike">
              <a:latin typeface="Arial"/>
            </a:endParaRPr>
          </a:p>
        </p:txBody>
      </p:sp>
      <p:sp>
        <p:nvSpPr>
          <p:cNvPr id="799" name="Text 80"/>
          <p:cNvSpPr/>
          <p:nvPr/>
        </p:nvSpPr>
        <p:spPr>
          <a:xfrm>
            <a:off x="4787640" y="7408080"/>
            <a:ext cx="188028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Yes</a:t>
            </a:r>
            <a:endParaRPr b="0" lang="en-IN" sz="1200" spc="-1" strike="noStrike">
              <a:latin typeface="Arial"/>
            </a:endParaRPr>
          </a:p>
        </p:txBody>
      </p:sp>
      <p:sp>
        <p:nvSpPr>
          <p:cNvPr id="800" name="Text 81"/>
          <p:cNvSpPr/>
          <p:nvPr/>
        </p:nvSpPr>
        <p:spPr>
          <a:xfrm>
            <a:off x="6985800" y="7408080"/>
            <a:ext cx="188028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Yes (limited)</a:t>
            </a:r>
            <a:endParaRPr b="0" lang="en-IN" sz="1200" spc="-1" strike="noStrike">
              <a:latin typeface="Arial"/>
            </a:endParaRPr>
          </a:p>
        </p:txBody>
      </p:sp>
      <p:sp>
        <p:nvSpPr>
          <p:cNvPr id="801" name="Text 82"/>
          <p:cNvSpPr/>
          <p:nvPr/>
        </p:nvSpPr>
        <p:spPr>
          <a:xfrm>
            <a:off x="9183600" y="7408080"/>
            <a:ext cx="188028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Freemium</a:t>
            </a:r>
            <a:endParaRPr b="0" lang="en-IN" sz="1200" spc="-1" strike="noStrike">
              <a:latin typeface="Arial"/>
            </a:endParaRPr>
          </a:p>
        </p:txBody>
      </p:sp>
      <p:sp>
        <p:nvSpPr>
          <p:cNvPr id="802" name="Text 83"/>
          <p:cNvSpPr/>
          <p:nvPr/>
        </p:nvSpPr>
        <p:spPr>
          <a:xfrm>
            <a:off x="11381760" y="7408080"/>
            <a:ext cx="1883880" cy="220680"/>
          </a:xfrm>
          <a:prstGeom prst="rect">
            <a:avLst/>
          </a:prstGeom>
          <a:noFill/>
          <a:ln w="0">
            <a:noFill/>
          </a:ln>
        </p:spPr>
        <p:style>
          <a:lnRef idx="0"/>
          <a:fillRef idx="0"/>
          <a:effectRef idx="0"/>
          <a:fontRef idx="minor"/>
        </p:style>
        <p:txBody>
          <a:bodyPr wrap="none" lIns="0" rIns="0" tIns="0" bIns="0" anchor="t">
            <a:noAutofit/>
          </a:bodyPr>
          <a:p>
            <a:pPr>
              <a:lnSpc>
                <a:spcPts val="1701"/>
              </a:lnSpc>
              <a:buNone/>
              <a:tabLst>
                <a:tab algn="l" pos="0"/>
              </a:tabLst>
            </a:pPr>
            <a:r>
              <a:rPr b="0" lang="en-US" sz="1200" spc="-1" strike="noStrike">
                <a:solidFill>
                  <a:srgbClr val="4c4c4d"/>
                </a:solidFill>
                <a:latin typeface="Heebo"/>
                <a:ea typeface="Heebo"/>
              </a:rPr>
              <a:t>Yes ✓</a:t>
            </a:r>
            <a:endParaRPr b="0" lang="en-IN" sz="1200" spc="-1" strike="noStrike">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3" name="Text 0"/>
          <p:cNvSpPr/>
          <p:nvPr/>
        </p:nvSpPr>
        <p:spPr>
          <a:xfrm>
            <a:off x="793800" y="927360"/>
            <a:ext cx="5484240" cy="619560"/>
          </a:xfrm>
          <a:prstGeom prst="rect">
            <a:avLst/>
          </a:prstGeom>
          <a:noFill/>
          <a:ln w="0">
            <a:noFill/>
          </a:ln>
        </p:spPr>
        <p:style>
          <a:lnRef idx="0"/>
          <a:fillRef idx="0"/>
          <a:effectRef idx="0"/>
          <a:fontRef idx="minor"/>
        </p:style>
        <p:txBody>
          <a:bodyPr wrap="none" lIns="0" rIns="0" tIns="0" bIns="0" anchor="t">
            <a:noAutofit/>
          </a:bodyPr>
          <a:p>
            <a:pPr>
              <a:lnSpc>
                <a:spcPts val="4850"/>
              </a:lnSpc>
              <a:buNone/>
              <a:tabLst>
                <a:tab algn="l" pos="0"/>
              </a:tabLst>
            </a:pPr>
            <a:r>
              <a:rPr b="0" lang="en-US" sz="3900" spc="-1" strike="noStrike">
                <a:solidFill>
                  <a:srgbClr val="152d47"/>
                </a:solidFill>
                <a:latin typeface="Crimson Pro Semi Bold"/>
                <a:ea typeface="Crimson Pro Semi Bold"/>
              </a:rPr>
              <a:t>Conclusion &amp; Future Work</a:t>
            </a:r>
            <a:endParaRPr b="0" lang="en-IN" sz="3900" spc="-1" strike="noStrike">
              <a:latin typeface="Arial"/>
            </a:endParaRPr>
          </a:p>
        </p:txBody>
      </p:sp>
      <p:sp>
        <p:nvSpPr>
          <p:cNvPr id="804" name="Text 1"/>
          <p:cNvSpPr/>
          <p:nvPr/>
        </p:nvSpPr>
        <p:spPr>
          <a:xfrm>
            <a:off x="793800" y="1944360"/>
            <a:ext cx="13042440" cy="634680"/>
          </a:xfrm>
          <a:prstGeom prst="rect">
            <a:avLst/>
          </a:prstGeom>
          <a:noFill/>
          <a:ln w="0">
            <a:noFill/>
          </a:ln>
        </p:spPr>
        <p:style>
          <a:lnRef idx="0"/>
          <a:fillRef idx="0"/>
          <a:effectRef idx="0"/>
          <a:fontRef idx="minor"/>
        </p:style>
        <p:txBody>
          <a:bodyPr lIns="0" rIns="0" tIns="0" bIns="0" anchor="t">
            <a:noAutofit/>
          </a:bodyPr>
          <a:p>
            <a:pPr>
              <a:lnSpc>
                <a:spcPts val="2500"/>
              </a:lnSpc>
              <a:buNone/>
              <a:tabLst>
                <a:tab algn="l" pos="0"/>
              </a:tabLst>
            </a:pPr>
            <a:r>
              <a:rPr b="0" lang="en-US" sz="1550" spc="-1" strike="noStrike">
                <a:solidFill>
                  <a:srgbClr val="4c4c4d"/>
                </a:solidFill>
                <a:latin typeface="Heebo"/>
                <a:ea typeface="Heebo"/>
              </a:rPr>
              <a:t>All 15 planned modules were successfully implemented and tested. The project demonstrates that generative AI can be meaningfully integrated into an LMS to reduce teacher workload and improve the quality and speed of student feedback.</a:t>
            </a:r>
            <a:endParaRPr b="0" lang="en-IN" sz="1550" spc="-1" strike="noStrike">
              <a:latin typeface="Arial"/>
            </a:endParaRPr>
          </a:p>
        </p:txBody>
      </p:sp>
      <p:sp>
        <p:nvSpPr>
          <p:cNvPr id="805" name="Text 2"/>
          <p:cNvSpPr/>
          <p:nvPr/>
        </p:nvSpPr>
        <p:spPr>
          <a:xfrm>
            <a:off x="793800" y="3000960"/>
            <a:ext cx="2976840" cy="371880"/>
          </a:xfrm>
          <a:prstGeom prst="rect">
            <a:avLst/>
          </a:prstGeom>
          <a:noFill/>
          <a:ln w="0">
            <a:noFill/>
          </a:ln>
        </p:spPr>
        <p:style>
          <a:lnRef idx="0"/>
          <a:fillRef idx="0"/>
          <a:effectRef idx="0"/>
          <a:fontRef idx="minor"/>
        </p:style>
        <p:txBody>
          <a:bodyPr wrap="none" lIns="0" rIns="0" tIns="0" bIns="0" anchor="t">
            <a:noAutofit/>
          </a:bodyPr>
          <a:p>
            <a:pPr>
              <a:lnSpc>
                <a:spcPts val="2900"/>
              </a:lnSpc>
              <a:buNone/>
              <a:tabLst>
                <a:tab algn="l" pos="0"/>
              </a:tabLst>
            </a:pPr>
            <a:r>
              <a:rPr b="0" lang="en-US" sz="2300" spc="-1" strike="noStrike">
                <a:solidFill>
                  <a:srgbClr val="152d47"/>
                </a:solidFill>
                <a:latin typeface="Crimson Pro Semi Bold"/>
                <a:ea typeface="Crimson Pro Semi Bold"/>
              </a:rPr>
              <a:t>Key Achievements</a:t>
            </a:r>
            <a:endParaRPr b="0" lang="en-IN" sz="2300" spc="-1" strike="noStrike">
              <a:latin typeface="Arial"/>
            </a:endParaRPr>
          </a:p>
        </p:txBody>
      </p:sp>
      <p:sp>
        <p:nvSpPr>
          <p:cNvPr id="806" name="Text 3"/>
          <p:cNvSpPr/>
          <p:nvPr/>
        </p:nvSpPr>
        <p:spPr>
          <a:xfrm>
            <a:off x="793800" y="3571560"/>
            <a:ext cx="6279120" cy="3025800"/>
          </a:xfrm>
          <a:prstGeom prst="rect">
            <a:avLst/>
          </a:prstGeom>
          <a:noFill/>
          <a:ln w="0">
            <a:noFill/>
          </a:ln>
        </p:spPr>
        <p:style>
          <a:lnRef idx="0"/>
          <a:fillRef idx="0"/>
          <a:effectRef idx="0"/>
          <a:fontRef idx="minor"/>
        </p:style>
        <p:txBody>
          <a:bodyPr lIns="0" rIns="0" tIns="0" bIns="0" anchor="t">
            <a:noAutofit/>
          </a:bodyPr>
          <a:p>
            <a:pPr marL="343080" indent="-343080">
              <a:lnSpc>
                <a:spcPts val="2500"/>
              </a:lnSpc>
              <a:buClr>
                <a:srgbClr val="4c4c4d"/>
              </a:buClr>
              <a:buFont typeface="Symbol" charset="2"/>
              <a:buChar char=""/>
            </a:pPr>
            <a:r>
              <a:rPr b="0" lang="en-US" sz="1550" spc="-1" strike="noStrike">
                <a:solidFill>
                  <a:srgbClr val="4c4c4d"/>
                </a:solidFill>
                <a:latin typeface="Heebo"/>
                <a:ea typeface="Heebo"/>
              </a:rPr>
              <a:t>All 15 NestJS modules built and tested (28/28 test cases passed)</a:t>
            </a:r>
            <a:endParaRPr b="0" lang="en-IN" sz="1550" spc="-1" strike="noStrike">
              <a:latin typeface="Arial"/>
            </a:endParaRPr>
          </a:p>
          <a:p>
            <a:pPr marL="343080" indent="-343080">
              <a:lnSpc>
                <a:spcPts val="2500"/>
              </a:lnSpc>
              <a:buClr>
                <a:srgbClr val="4c4c4d"/>
              </a:buClr>
              <a:buFont typeface="Symbol" charset="2"/>
              <a:buChar char=""/>
            </a:pPr>
            <a:r>
              <a:rPr b="0" lang="en-US" sz="1550" spc="-1" strike="noStrike">
                <a:solidFill>
                  <a:srgbClr val="4c4c4d"/>
                </a:solidFill>
                <a:latin typeface="Heebo"/>
                <a:ea typeface="Heebo"/>
              </a:rPr>
              <a:t>AI quiz generation (MCQ + short-answer) with Gemini 2.5 Flash</a:t>
            </a:r>
            <a:endParaRPr b="0" lang="en-IN" sz="1550" spc="-1" strike="noStrike">
              <a:latin typeface="Arial"/>
            </a:endParaRPr>
          </a:p>
          <a:p>
            <a:pPr marL="343080" indent="-343080">
              <a:lnSpc>
                <a:spcPts val="2500"/>
              </a:lnSpc>
              <a:buClr>
                <a:srgbClr val="4c4c4d"/>
              </a:buClr>
              <a:buFont typeface="Symbol" charset="2"/>
              <a:buChar char=""/>
            </a:pPr>
            <a:r>
              <a:rPr b="0" lang="en-US" sz="1550" spc="-1" strike="noStrike">
                <a:solidFill>
                  <a:srgbClr val="4c4c4d"/>
                </a:solidFill>
                <a:latin typeface="Heebo"/>
                <a:ea typeface="Heebo"/>
              </a:rPr>
              <a:t>AI course generation from a single natural-language prompt</a:t>
            </a:r>
            <a:endParaRPr b="0" lang="en-IN" sz="1550" spc="-1" strike="noStrike">
              <a:latin typeface="Arial"/>
            </a:endParaRPr>
          </a:p>
          <a:p>
            <a:pPr marL="343080" indent="-343080">
              <a:lnSpc>
                <a:spcPts val="2500"/>
              </a:lnSpc>
              <a:buClr>
                <a:srgbClr val="4c4c4d"/>
              </a:buClr>
              <a:buFont typeface="Symbol" charset="2"/>
              <a:buChar char=""/>
            </a:pPr>
            <a:r>
              <a:rPr b="0" lang="en-US" sz="1550" spc="-1" strike="noStrike">
                <a:solidFill>
                  <a:srgbClr val="4c4c4d"/>
                </a:solidFill>
                <a:latin typeface="Heebo"/>
                <a:ea typeface="Heebo"/>
              </a:rPr>
              <a:t>Course-aware chatbot with multi-turn conversation context</a:t>
            </a:r>
            <a:endParaRPr b="0" lang="en-IN" sz="1550" spc="-1" strike="noStrike">
              <a:latin typeface="Arial"/>
            </a:endParaRPr>
          </a:p>
          <a:p>
            <a:pPr marL="343080" indent="-343080">
              <a:lnSpc>
                <a:spcPts val="2500"/>
              </a:lnSpc>
              <a:buClr>
                <a:srgbClr val="4c4c4d"/>
              </a:buClr>
              <a:buFont typeface="Symbol" charset="2"/>
              <a:buChar char=""/>
            </a:pPr>
            <a:r>
              <a:rPr b="0" lang="en-US" sz="1550" spc="-1" strike="noStrike">
                <a:solidFill>
                  <a:srgbClr val="4c4c4d"/>
                </a:solidFill>
                <a:latin typeface="Heebo"/>
                <a:ea typeface="Heebo"/>
              </a:rPr>
              <a:t>HTTP Range video streaming with seek/pause/resume</a:t>
            </a:r>
            <a:endParaRPr b="0" lang="en-IN" sz="1550" spc="-1" strike="noStrike">
              <a:latin typeface="Arial"/>
            </a:endParaRPr>
          </a:p>
          <a:p>
            <a:pPr marL="343080" indent="-343080">
              <a:lnSpc>
                <a:spcPts val="2500"/>
              </a:lnSpc>
              <a:buClr>
                <a:srgbClr val="4c4c4d"/>
              </a:buClr>
              <a:buFont typeface="Symbol" charset="2"/>
              <a:buChar char=""/>
            </a:pPr>
            <a:r>
              <a:rPr b="0" lang="en-US" sz="1550" spc="-1" strike="noStrike">
                <a:solidFill>
                  <a:srgbClr val="4c4c4d"/>
                </a:solidFill>
                <a:latin typeface="Heebo"/>
                <a:ea typeface="Heebo"/>
              </a:rPr>
              <a:t>BullMQ async job queue for email and AI tasks</a:t>
            </a:r>
            <a:endParaRPr b="0" lang="en-IN" sz="1550" spc="-1" strike="noStrike">
              <a:latin typeface="Arial"/>
            </a:endParaRPr>
          </a:p>
          <a:p>
            <a:pPr marL="343080" indent="-343080">
              <a:lnSpc>
                <a:spcPts val="2500"/>
              </a:lnSpc>
              <a:buClr>
                <a:srgbClr val="4c4c4d"/>
              </a:buClr>
              <a:buFont typeface="Symbol" charset="2"/>
              <a:buChar char=""/>
            </a:pPr>
            <a:r>
              <a:rPr b="0" lang="en-US" sz="1550" spc="-1" strike="noStrike">
                <a:solidFill>
                  <a:srgbClr val="4c4c4d"/>
                </a:solidFill>
                <a:latin typeface="Heebo"/>
                <a:ea typeface="Heebo"/>
              </a:rPr>
              <a:t>Role-based access control with JWT + bcrypt security</a:t>
            </a:r>
            <a:endParaRPr b="0" lang="en-IN" sz="1550" spc="-1" strike="noStrike">
              <a:latin typeface="Arial"/>
            </a:endParaRPr>
          </a:p>
          <a:p>
            <a:pPr marL="343080" indent="-343080">
              <a:lnSpc>
                <a:spcPts val="2500"/>
              </a:lnSpc>
              <a:buClr>
                <a:srgbClr val="4c4c4d"/>
              </a:buClr>
              <a:buFont typeface="Symbol" charset="2"/>
              <a:buChar char=""/>
            </a:pPr>
            <a:r>
              <a:rPr b="0" lang="en-US" sz="1550" spc="-1" strike="noStrike">
                <a:solidFill>
                  <a:srgbClr val="4c4c4d"/>
                </a:solidFill>
                <a:latin typeface="Heebo"/>
                <a:ea typeface="Heebo"/>
              </a:rPr>
              <a:t>Open-source, self-hostable, zero licensing cost</a:t>
            </a:r>
            <a:endParaRPr b="0" lang="en-IN" sz="1550" spc="-1" strike="noStrike">
              <a:latin typeface="Arial"/>
            </a:endParaRPr>
          </a:p>
        </p:txBody>
      </p:sp>
      <p:sp>
        <p:nvSpPr>
          <p:cNvPr id="807" name="Text 4"/>
          <p:cNvSpPr/>
          <p:nvPr/>
        </p:nvSpPr>
        <p:spPr>
          <a:xfrm>
            <a:off x="7565040" y="3000960"/>
            <a:ext cx="3333600" cy="371880"/>
          </a:xfrm>
          <a:prstGeom prst="rect">
            <a:avLst/>
          </a:prstGeom>
          <a:noFill/>
          <a:ln w="0">
            <a:noFill/>
          </a:ln>
        </p:spPr>
        <p:style>
          <a:lnRef idx="0"/>
          <a:fillRef idx="0"/>
          <a:effectRef idx="0"/>
          <a:fontRef idx="minor"/>
        </p:style>
        <p:txBody>
          <a:bodyPr wrap="none" lIns="0" rIns="0" tIns="0" bIns="0" anchor="t">
            <a:noAutofit/>
          </a:bodyPr>
          <a:p>
            <a:pPr>
              <a:lnSpc>
                <a:spcPts val="2900"/>
              </a:lnSpc>
              <a:buNone/>
              <a:tabLst>
                <a:tab algn="l" pos="0"/>
              </a:tabLst>
            </a:pPr>
            <a:r>
              <a:rPr b="0" lang="en-US" sz="2300" spc="-1" strike="noStrike">
                <a:solidFill>
                  <a:srgbClr val="152d47"/>
                </a:solidFill>
                <a:latin typeface="Crimson Pro Semi Bold"/>
                <a:ea typeface="Crimson Pro Semi Bold"/>
              </a:rPr>
              <a:t>Limitations &amp; Future Work</a:t>
            </a:r>
            <a:endParaRPr b="0" lang="en-IN" sz="2300" spc="-1" strike="noStrike">
              <a:latin typeface="Arial"/>
            </a:endParaRPr>
          </a:p>
        </p:txBody>
      </p:sp>
      <p:sp>
        <p:nvSpPr>
          <p:cNvPr id="808" name="Text 5"/>
          <p:cNvSpPr/>
          <p:nvPr/>
        </p:nvSpPr>
        <p:spPr>
          <a:xfrm>
            <a:off x="7565040" y="3571560"/>
            <a:ext cx="6279120" cy="3660840"/>
          </a:xfrm>
          <a:prstGeom prst="rect">
            <a:avLst/>
          </a:prstGeom>
          <a:noFill/>
          <a:ln w="0">
            <a:noFill/>
          </a:ln>
        </p:spPr>
        <p:style>
          <a:lnRef idx="0"/>
          <a:fillRef idx="0"/>
          <a:effectRef idx="0"/>
          <a:fontRef idx="minor"/>
        </p:style>
        <p:txBody>
          <a:bodyPr lIns="0" rIns="0" tIns="0" bIns="0" anchor="t">
            <a:noAutofit/>
          </a:bodyPr>
          <a:p>
            <a:pPr marL="343080" indent="-343080">
              <a:lnSpc>
                <a:spcPts val="2500"/>
              </a:lnSpc>
              <a:buClr>
                <a:srgbClr val="4c4c4d"/>
              </a:buClr>
              <a:buFont typeface="Symbol" charset="2"/>
              <a:buChar char=""/>
            </a:pPr>
            <a:r>
              <a:rPr b="0" lang="en-US" sz="1550" spc="-1" strike="noStrike">
                <a:solidFill>
                  <a:srgbClr val="4c4c4d"/>
                </a:solidFill>
                <a:latin typeface="Heebo"/>
                <a:ea typeface="Heebo"/>
              </a:rPr>
              <a:t>Videos stored on local file system → Migrate to AWS S3 / Azure Blob</a:t>
            </a:r>
            <a:endParaRPr b="0" lang="en-IN" sz="1550" spc="-1" strike="noStrike">
              <a:latin typeface="Arial"/>
            </a:endParaRPr>
          </a:p>
          <a:p>
            <a:pPr marL="343080" indent="-343080">
              <a:lnSpc>
                <a:spcPts val="2500"/>
              </a:lnSpc>
              <a:buClr>
                <a:srgbClr val="4c4c4d"/>
              </a:buClr>
              <a:buFont typeface="Symbol" charset="2"/>
              <a:buChar char=""/>
            </a:pPr>
            <a:r>
              <a:rPr b="0" lang="en-US" sz="1550" spc="-1" strike="noStrike">
                <a:solidFill>
                  <a:srgbClr val="4c4c4d"/>
                </a:solidFill>
                <a:latin typeface="Heebo"/>
                <a:ea typeface="Heebo"/>
              </a:rPr>
              <a:t>Single Gemini model for all tasks → Task-specific model selection</a:t>
            </a:r>
            <a:endParaRPr b="0" lang="en-IN" sz="1550" spc="-1" strike="noStrike">
              <a:latin typeface="Arial"/>
            </a:endParaRPr>
          </a:p>
          <a:p>
            <a:pPr marL="343080" indent="-343080">
              <a:lnSpc>
                <a:spcPts val="2500"/>
              </a:lnSpc>
              <a:buClr>
                <a:srgbClr val="4c4c4d"/>
              </a:buClr>
              <a:buFont typeface="Symbol" charset="2"/>
              <a:buChar char=""/>
            </a:pPr>
            <a:r>
              <a:rPr b="0" lang="en-US" sz="1550" spc="-1" strike="noStrike">
                <a:solidFill>
                  <a:srgbClr val="4c4c4d"/>
                </a:solidFill>
                <a:latin typeface="Heebo"/>
                <a:ea typeface="Heebo"/>
              </a:rPr>
              <a:t>Chatbot uses HTTP polling → Upgrade to WebSocket streaming</a:t>
            </a:r>
            <a:endParaRPr b="0" lang="en-IN" sz="1550" spc="-1" strike="noStrike">
              <a:latin typeface="Arial"/>
            </a:endParaRPr>
          </a:p>
          <a:p>
            <a:pPr marL="343080" indent="-343080">
              <a:lnSpc>
                <a:spcPts val="2500"/>
              </a:lnSpc>
              <a:buClr>
                <a:srgbClr val="4c4c4d"/>
              </a:buClr>
              <a:buFont typeface="Symbol" charset="2"/>
              <a:buChar char=""/>
            </a:pPr>
            <a:r>
              <a:rPr b="0" lang="en-US" sz="1550" spc="-1" strike="noStrike">
                <a:solidFill>
                  <a:srgbClr val="4c4c4d"/>
                </a:solidFill>
                <a:latin typeface="Heebo"/>
                <a:ea typeface="Heebo"/>
              </a:rPr>
              <a:t>English-only interface → Add internationalisation (i18n)</a:t>
            </a:r>
            <a:endParaRPr b="0" lang="en-IN" sz="1550" spc="-1" strike="noStrike">
              <a:latin typeface="Arial"/>
            </a:endParaRPr>
          </a:p>
          <a:p>
            <a:pPr marL="343080" indent="-343080">
              <a:lnSpc>
                <a:spcPts val="2500"/>
              </a:lnSpc>
              <a:buClr>
                <a:srgbClr val="4c4c4d"/>
              </a:buClr>
              <a:buFont typeface="Symbol" charset="2"/>
              <a:buChar char=""/>
            </a:pPr>
            <a:r>
              <a:rPr b="0" lang="en-US" sz="1550" spc="-1" strike="noStrike">
                <a:solidFill>
                  <a:srgbClr val="4c4c4d"/>
                </a:solidFill>
                <a:latin typeface="Heebo"/>
                <a:ea typeface="Heebo"/>
              </a:rPr>
              <a:t>No payment gateway → Integrate Stripe / Razorpay for monetisation</a:t>
            </a:r>
            <a:endParaRPr b="0" lang="en-IN" sz="1550" spc="-1" strike="noStrike">
              <a:latin typeface="Arial"/>
            </a:endParaRPr>
          </a:p>
          <a:p>
            <a:pPr marL="343080" indent="-343080">
              <a:lnSpc>
                <a:spcPts val="2500"/>
              </a:lnSpc>
              <a:buClr>
                <a:srgbClr val="4c4c4d"/>
              </a:buClr>
              <a:buFont typeface="Symbol" charset="2"/>
              <a:buChar char=""/>
            </a:pPr>
            <a:r>
              <a:rPr b="0" lang="en-US" sz="1550" spc="-1" strike="noStrike">
                <a:solidFill>
                  <a:srgbClr val="4c4c4d"/>
                </a:solidFill>
                <a:latin typeface="Heebo"/>
                <a:ea typeface="Heebo"/>
              </a:rPr>
              <a:t>No teacher review of AI quizzes → Add editorial approval workflow</a:t>
            </a:r>
            <a:endParaRPr b="0" lang="en-IN" sz="1550" spc="-1" strike="noStrike">
              <a:latin typeface="Arial"/>
            </a:endParaRPr>
          </a:p>
          <a:p>
            <a:pPr marL="343080" indent="-343080">
              <a:lnSpc>
                <a:spcPts val="2500"/>
              </a:lnSpc>
              <a:buClr>
                <a:srgbClr val="4c4c4d"/>
              </a:buClr>
              <a:buFont typeface="Symbol" charset="2"/>
              <a:buChar char=""/>
            </a:pPr>
            <a:r>
              <a:rPr b="0" lang="en-US" sz="1550" spc="-1" strike="noStrike">
                <a:solidFill>
                  <a:srgbClr val="4c4c4d"/>
                </a:solidFill>
                <a:latin typeface="Heebo"/>
                <a:ea typeface="Heebo"/>
              </a:rPr>
              <a:t>No live classes → Integrate WebRTC video conferencing</a:t>
            </a:r>
            <a:endParaRPr b="0" lang="en-IN" sz="1550" spc="-1" strike="noStrike">
              <a:latin typeface="Arial"/>
            </a:endParaRPr>
          </a:p>
          <a:p>
            <a:pPr marL="343080" indent="-343080">
              <a:lnSpc>
                <a:spcPts val="2500"/>
              </a:lnSpc>
              <a:buClr>
                <a:srgbClr val="4c4c4d"/>
              </a:buClr>
              <a:buFont typeface="Symbol" charset="2"/>
              <a:buChar char=""/>
            </a:pPr>
            <a:r>
              <a:rPr b="0" lang="en-US" sz="1550" spc="-1" strike="noStrike">
                <a:solidFill>
                  <a:srgbClr val="4c4c4d"/>
                </a:solidFill>
                <a:latin typeface="Heebo"/>
                <a:ea typeface="Heebo"/>
              </a:rPr>
              <a:t>No mobile app → Develop React Native cross-platform client</a:t>
            </a:r>
            <a:endParaRPr b="0" lang="en-IN" sz="1550" spc="-1" strike="noStrike">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9" name="Text 0"/>
          <p:cNvSpPr/>
          <p:nvPr/>
        </p:nvSpPr>
        <p:spPr>
          <a:xfrm>
            <a:off x="4834440" y="1690200"/>
            <a:ext cx="4961520" cy="619560"/>
          </a:xfrm>
          <a:prstGeom prst="rect">
            <a:avLst/>
          </a:prstGeom>
          <a:noFill/>
          <a:ln w="0">
            <a:noFill/>
          </a:ln>
        </p:spPr>
        <p:style>
          <a:lnRef idx="0"/>
          <a:fillRef idx="0"/>
          <a:effectRef idx="0"/>
          <a:fontRef idx="minor"/>
        </p:style>
        <p:txBody>
          <a:bodyPr wrap="none" lIns="0" rIns="0" tIns="0" bIns="0" anchor="t">
            <a:noAutofit/>
          </a:bodyPr>
          <a:p>
            <a:pPr algn="ctr">
              <a:lnSpc>
                <a:spcPts val="4850"/>
              </a:lnSpc>
              <a:buNone/>
              <a:tabLst>
                <a:tab algn="l" pos="0"/>
              </a:tabLst>
            </a:pPr>
            <a:endParaRPr b="0" lang="en-IN" sz="3900" spc="-1" strike="noStrike">
              <a:latin typeface="Arial"/>
            </a:endParaRPr>
          </a:p>
          <a:p>
            <a:pPr algn="ctr">
              <a:lnSpc>
                <a:spcPts val="4850"/>
              </a:lnSpc>
              <a:buNone/>
              <a:tabLst>
                <a:tab algn="l" pos="0"/>
              </a:tabLst>
            </a:pPr>
            <a:endParaRPr b="0" lang="en-IN" sz="3900" spc="-1" strike="noStrike">
              <a:latin typeface="Arial"/>
            </a:endParaRPr>
          </a:p>
          <a:p>
            <a:pPr algn="ctr">
              <a:lnSpc>
                <a:spcPts val="4850"/>
              </a:lnSpc>
              <a:buNone/>
              <a:tabLst>
                <a:tab algn="l" pos="0"/>
              </a:tabLst>
            </a:pPr>
            <a:endParaRPr b="0" lang="en-IN" sz="3900" spc="-1" strike="noStrike">
              <a:latin typeface="Arial"/>
            </a:endParaRPr>
          </a:p>
          <a:p>
            <a:pPr algn="ctr">
              <a:lnSpc>
                <a:spcPts val="4850"/>
              </a:lnSpc>
              <a:buNone/>
              <a:tabLst>
                <a:tab algn="l" pos="0"/>
              </a:tabLst>
            </a:pPr>
            <a:r>
              <a:rPr b="0" lang="en-US" sz="3900" spc="-1" strike="noStrike">
                <a:solidFill>
                  <a:srgbClr val="152d47"/>
                </a:solidFill>
                <a:latin typeface="Crimson Pro Semi Bold"/>
                <a:ea typeface="Crimson Pro Semi Bold"/>
              </a:rPr>
              <a:t>Thank You!</a:t>
            </a:r>
            <a:endParaRPr b="0" lang="en-IN" sz="3900" spc="-1" strike="noStrike">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3</TotalTime>
  <Application>LibreOffice/7.3.7.2$Linux_X86_64 LibreOffice_project/30$Build-2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2026-04-21T03:23:27Z</dcterms:created>
  <dc:creator/>
  <dc:description/>
  <dc:language>en-IN</dc:language>
  <cp:lastModifiedBy/>
  <dcterms:modified xsi:type="dcterms:W3CDTF">2026-04-21T11:31:55Z</dcterms:modified>
  <cp:revision>2</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10</vt:i4>
  </property>
  <property fmtid="{D5CDD505-2E9C-101B-9397-08002B2CF9AE}" pid="3" name="PresentationFormat">
    <vt:lpwstr>On-screen Show (16:9)</vt:lpwstr>
  </property>
  <property fmtid="{D5CDD505-2E9C-101B-9397-08002B2CF9AE}" pid="4" name="Slides">
    <vt:i4>10</vt:i4>
  </property>
</Properties>
</file>